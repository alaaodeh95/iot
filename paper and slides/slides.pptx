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72" r:id="rId4"/>
    <p:sldId id="267" r:id="rId5"/>
    <p:sldId id="264" r:id="rId6"/>
    <p:sldId id="266" r:id="rId7"/>
    <p:sldId id="273" r:id="rId8"/>
    <p:sldId id="258" r:id="rId9"/>
    <p:sldId id="259" r:id="rId10"/>
    <p:sldId id="269" r:id="rId11"/>
    <p:sldId id="270" r:id="rId12"/>
    <p:sldId id="260" r:id="rId13"/>
    <p:sldId id="261" r:id="rId14"/>
    <p:sldId id="262" r:id="rId15"/>
    <p:sldId id="263" r:id="rId16"/>
    <p:sldId id="27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D51685-BE12-4F4F-A657-1E8542750A56}" v="1" dt="2025-12-19T15:36:01.5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83636" autoAdjust="0"/>
  </p:normalViewPr>
  <p:slideViewPr>
    <p:cSldViewPr snapToGrid="0">
      <p:cViewPr varScale="1">
        <p:scale>
          <a:sx n="84" d="100"/>
          <a:sy n="84" d="100"/>
        </p:scale>
        <p:origin x="3258"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usa Ziadeh (MatchPoint IT LTD)" userId="73f2d087-c5c5-422f-bbb4-e239dae44cf6" providerId="ADAL" clId="{97B39A15-1432-4AFC-B80F-88E51CD1FC5C}"/>
    <pc:docChg chg="modSld">
      <pc:chgData name="Mousa Ziadeh (MatchPoint IT LTD)" userId="73f2d087-c5c5-422f-bbb4-e239dae44cf6" providerId="ADAL" clId="{97B39A15-1432-4AFC-B80F-88E51CD1FC5C}" dt="2025-12-19T15:36:01.523" v="4"/>
      <pc:docMkLst>
        <pc:docMk/>
      </pc:docMkLst>
      <pc:sldChg chg="modSp mod">
        <pc:chgData name="Mousa Ziadeh (MatchPoint IT LTD)" userId="73f2d087-c5c5-422f-bbb4-e239dae44cf6" providerId="ADAL" clId="{97B39A15-1432-4AFC-B80F-88E51CD1FC5C}" dt="2025-12-19T07:37:59.980" v="3" actId="1076"/>
        <pc:sldMkLst>
          <pc:docMk/>
          <pc:sldMk cId="282570350" sldId="258"/>
        </pc:sldMkLst>
        <pc:picChg chg="mod modCrop">
          <ac:chgData name="Mousa Ziadeh (MatchPoint IT LTD)" userId="73f2d087-c5c5-422f-bbb4-e239dae44cf6" providerId="ADAL" clId="{97B39A15-1432-4AFC-B80F-88E51CD1FC5C}" dt="2025-12-19T07:37:59.980" v="3" actId="1076"/>
          <ac:picMkLst>
            <pc:docMk/>
            <pc:sldMk cId="282570350" sldId="258"/>
            <ac:picMk id="5" creationId="{6F31B9AA-A1E2-278A-777E-F17638DCC4A5}"/>
          </ac:picMkLst>
        </pc:picChg>
      </pc:sldChg>
      <pc:sldChg chg="modSp">
        <pc:chgData name="Mousa Ziadeh (MatchPoint IT LTD)" userId="73f2d087-c5c5-422f-bbb4-e239dae44cf6" providerId="ADAL" clId="{97B39A15-1432-4AFC-B80F-88E51CD1FC5C}" dt="2025-12-19T15:36:01.523" v="4"/>
        <pc:sldMkLst>
          <pc:docMk/>
          <pc:sldMk cId="909597022" sldId="270"/>
        </pc:sldMkLst>
        <pc:graphicFrameChg chg="mod">
          <ac:chgData name="Mousa Ziadeh (MatchPoint IT LTD)" userId="73f2d087-c5c5-422f-bbb4-e239dae44cf6" providerId="ADAL" clId="{97B39A15-1432-4AFC-B80F-88E51CD1FC5C}" dt="2025-12-19T15:36:01.523" v="4"/>
          <ac:graphicFrameMkLst>
            <pc:docMk/>
            <pc:sldMk cId="909597022" sldId="270"/>
            <ac:graphicFrameMk id="5" creationId="{B0D2132B-5C36-2F95-FC23-30593BAC54E8}"/>
          </ac:graphicFrameMkLst>
        </pc:graphicFrameChg>
      </pc:sldChg>
    </pc:docChg>
  </pc:docChgLst>
</pc:chgInfo>
</file>

<file path=ppt/diagrams/_rels/data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ata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ata5.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ata6.xml.rels><?xml version="1.0" encoding="UTF-8" standalone="yes"?>
<Relationships xmlns="http://schemas.openxmlformats.org/package/2006/relationships"><Relationship Id="rId8" Type="http://schemas.openxmlformats.org/officeDocument/2006/relationships/image" Target="../media/image42.svg"/><Relationship Id="rId13" Type="http://schemas.openxmlformats.org/officeDocument/2006/relationships/image" Target="../media/image47.png"/><Relationship Id="rId18" Type="http://schemas.openxmlformats.org/officeDocument/2006/relationships/image" Target="../media/image52.svg"/><Relationship Id="rId26" Type="http://schemas.openxmlformats.org/officeDocument/2006/relationships/image" Target="../media/image60.svg"/><Relationship Id="rId3" Type="http://schemas.openxmlformats.org/officeDocument/2006/relationships/image" Target="../media/image37.png"/><Relationship Id="rId21" Type="http://schemas.openxmlformats.org/officeDocument/2006/relationships/image" Target="../media/image55.png"/><Relationship Id="rId7" Type="http://schemas.openxmlformats.org/officeDocument/2006/relationships/image" Target="../media/image41.png"/><Relationship Id="rId12" Type="http://schemas.openxmlformats.org/officeDocument/2006/relationships/image" Target="../media/image46.svg"/><Relationship Id="rId17" Type="http://schemas.openxmlformats.org/officeDocument/2006/relationships/image" Target="../media/image51.png"/><Relationship Id="rId25" Type="http://schemas.openxmlformats.org/officeDocument/2006/relationships/image" Target="../media/image59.png"/><Relationship Id="rId2" Type="http://schemas.openxmlformats.org/officeDocument/2006/relationships/image" Target="../media/image36.svg"/><Relationship Id="rId16" Type="http://schemas.openxmlformats.org/officeDocument/2006/relationships/image" Target="../media/image50.svg"/><Relationship Id="rId20" Type="http://schemas.openxmlformats.org/officeDocument/2006/relationships/image" Target="../media/image54.svg"/><Relationship Id="rId29" Type="http://schemas.openxmlformats.org/officeDocument/2006/relationships/image" Target="../media/image63.png"/><Relationship Id="rId1" Type="http://schemas.openxmlformats.org/officeDocument/2006/relationships/image" Target="../media/image35.png"/><Relationship Id="rId6" Type="http://schemas.openxmlformats.org/officeDocument/2006/relationships/image" Target="../media/image40.svg"/><Relationship Id="rId11" Type="http://schemas.openxmlformats.org/officeDocument/2006/relationships/image" Target="../media/image45.png"/><Relationship Id="rId24" Type="http://schemas.openxmlformats.org/officeDocument/2006/relationships/image" Target="../media/image58.svg"/><Relationship Id="rId5" Type="http://schemas.openxmlformats.org/officeDocument/2006/relationships/image" Target="../media/image39.png"/><Relationship Id="rId15" Type="http://schemas.openxmlformats.org/officeDocument/2006/relationships/image" Target="../media/image49.png"/><Relationship Id="rId23" Type="http://schemas.openxmlformats.org/officeDocument/2006/relationships/image" Target="../media/image57.png"/><Relationship Id="rId28" Type="http://schemas.openxmlformats.org/officeDocument/2006/relationships/image" Target="../media/image62.svg"/><Relationship Id="rId10" Type="http://schemas.openxmlformats.org/officeDocument/2006/relationships/image" Target="../media/image44.svg"/><Relationship Id="rId19" Type="http://schemas.openxmlformats.org/officeDocument/2006/relationships/image" Target="../media/image53.png"/><Relationship Id="rId4" Type="http://schemas.openxmlformats.org/officeDocument/2006/relationships/image" Target="../media/image38.svg"/><Relationship Id="rId9" Type="http://schemas.openxmlformats.org/officeDocument/2006/relationships/image" Target="../media/image43.png"/><Relationship Id="rId14" Type="http://schemas.openxmlformats.org/officeDocument/2006/relationships/image" Target="../media/image48.svg"/><Relationship Id="rId22" Type="http://schemas.openxmlformats.org/officeDocument/2006/relationships/image" Target="../media/image56.svg"/><Relationship Id="rId27" Type="http://schemas.openxmlformats.org/officeDocument/2006/relationships/image" Target="../media/image61.png"/><Relationship Id="rId30" Type="http://schemas.openxmlformats.org/officeDocument/2006/relationships/image" Target="../media/image64.svg"/></Relationships>
</file>

<file path=ppt/diagrams/_rels/data7.xml.rels><?xml version="1.0" encoding="UTF-8" standalone="yes"?>
<Relationships xmlns="http://schemas.openxmlformats.org/package/2006/relationships"><Relationship Id="rId8" Type="http://schemas.openxmlformats.org/officeDocument/2006/relationships/image" Target="../media/image70.svg"/><Relationship Id="rId13" Type="http://schemas.openxmlformats.org/officeDocument/2006/relationships/image" Target="../media/image75.png"/><Relationship Id="rId18" Type="http://schemas.openxmlformats.org/officeDocument/2006/relationships/image" Target="../media/image80.svg"/><Relationship Id="rId3" Type="http://schemas.openxmlformats.org/officeDocument/2006/relationships/image" Target="../media/image65.png"/><Relationship Id="rId7" Type="http://schemas.openxmlformats.org/officeDocument/2006/relationships/image" Target="../media/image69.png"/><Relationship Id="rId12" Type="http://schemas.openxmlformats.org/officeDocument/2006/relationships/image" Target="../media/image74.svg"/><Relationship Id="rId17" Type="http://schemas.openxmlformats.org/officeDocument/2006/relationships/image" Target="../media/image79.png"/><Relationship Id="rId2" Type="http://schemas.openxmlformats.org/officeDocument/2006/relationships/image" Target="../media/image36.svg"/><Relationship Id="rId16" Type="http://schemas.openxmlformats.org/officeDocument/2006/relationships/image" Target="../media/image78.svg"/><Relationship Id="rId20" Type="http://schemas.openxmlformats.org/officeDocument/2006/relationships/image" Target="../media/image82.svg"/><Relationship Id="rId1" Type="http://schemas.openxmlformats.org/officeDocument/2006/relationships/image" Target="../media/image35.png"/><Relationship Id="rId6" Type="http://schemas.openxmlformats.org/officeDocument/2006/relationships/image" Target="../media/image68.svg"/><Relationship Id="rId11" Type="http://schemas.openxmlformats.org/officeDocument/2006/relationships/image" Target="../media/image73.png"/><Relationship Id="rId5" Type="http://schemas.openxmlformats.org/officeDocument/2006/relationships/image" Target="../media/image67.png"/><Relationship Id="rId15" Type="http://schemas.openxmlformats.org/officeDocument/2006/relationships/image" Target="../media/image77.png"/><Relationship Id="rId10" Type="http://schemas.openxmlformats.org/officeDocument/2006/relationships/image" Target="../media/image72.svg"/><Relationship Id="rId19" Type="http://schemas.openxmlformats.org/officeDocument/2006/relationships/image" Target="../media/image81.png"/><Relationship Id="rId4" Type="http://schemas.openxmlformats.org/officeDocument/2006/relationships/image" Target="../media/image66.svg"/><Relationship Id="rId9" Type="http://schemas.openxmlformats.org/officeDocument/2006/relationships/image" Target="../media/image71.png"/><Relationship Id="rId14" Type="http://schemas.openxmlformats.org/officeDocument/2006/relationships/image" Target="../media/image76.svg"/></Relationships>
</file>

<file path=ppt/diagrams/_rels/drawing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5.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rawing6.xml.rels><?xml version="1.0" encoding="UTF-8" standalone="yes"?>
<Relationships xmlns="http://schemas.openxmlformats.org/package/2006/relationships"><Relationship Id="rId8" Type="http://schemas.openxmlformats.org/officeDocument/2006/relationships/image" Target="../media/image42.svg"/><Relationship Id="rId13" Type="http://schemas.openxmlformats.org/officeDocument/2006/relationships/image" Target="../media/image47.png"/><Relationship Id="rId18" Type="http://schemas.openxmlformats.org/officeDocument/2006/relationships/image" Target="../media/image52.svg"/><Relationship Id="rId26" Type="http://schemas.openxmlformats.org/officeDocument/2006/relationships/image" Target="../media/image60.svg"/><Relationship Id="rId3" Type="http://schemas.openxmlformats.org/officeDocument/2006/relationships/image" Target="../media/image37.png"/><Relationship Id="rId21" Type="http://schemas.openxmlformats.org/officeDocument/2006/relationships/image" Target="../media/image55.png"/><Relationship Id="rId7" Type="http://schemas.openxmlformats.org/officeDocument/2006/relationships/image" Target="../media/image41.png"/><Relationship Id="rId12" Type="http://schemas.openxmlformats.org/officeDocument/2006/relationships/image" Target="../media/image46.svg"/><Relationship Id="rId17" Type="http://schemas.openxmlformats.org/officeDocument/2006/relationships/image" Target="../media/image51.png"/><Relationship Id="rId25" Type="http://schemas.openxmlformats.org/officeDocument/2006/relationships/image" Target="../media/image59.png"/><Relationship Id="rId2" Type="http://schemas.openxmlformats.org/officeDocument/2006/relationships/image" Target="../media/image36.svg"/><Relationship Id="rId16" Type="http://schemas.openxmlformats.org/officeDocument/2006/relationships/image" Target="../media/image50.svg"/><Relationship Id="rId20" Type="http://schemas.openxmlformats.org/officeDocument/2006/relationships/image" Target="../media/image54.svg"/><Relationship Id="rId29" Type="http://schemas.openxmlformats.org/officeDocument/2006/relationships/image" Target="../media/image63.png"/><Relationship Id="rId1" Type="http://schemas.openxmlformats.org/officeDocument/2006/relationships/image" Target="../media/image35.png"/><Relationship Id="rId6" Type="http://schemas.openxmlformats.org/officeDocument/2006/relationships/image" Target="../media/image40.svg"/><Relationship Id="rId11" Type="http://schemas.openxmlformats.org/officeDocument/2006/relationships/image" Target="../media/image45.png"/><Relationship Id="rId24" Type="http://schemas.openxmlformats.org/officeDocument/2006/relationships/image" Target="../media/image58.svg"/><Relationship Id="rId5" Type="http://schemas.openxmlformats.org/officeDocument/2006/relationships/image" Target="../media/image39.png"/><Relationship Id="rId15" Type="http://schemas.openxmlformats.org/officeDocument/2006/relationships/image" Target="../media/image49.png"/><Relationship Id="rId23" Type="http://schemas.openxmlformats.org/officeDocument/2006/relationships/image" Target="../media/image57.png"/><Relationship Id="rId28" Type="http://schemas.openxmlformats.org/officeDocument/2006/relationships/image" Target="../media/image62.svg"/><Relationship Id="rId10" Type="http://schemas.openxmlformats.org/officeDocument/2006/relationships/image" Target="../media/image44.svg"/><Relationship Id="rId19" Type="http://schemas.openxmlformats.org/officeDocument/2006/relationships/image" Target="../media/image53.png"/><Relationship Id="rId4" Type="http://schemas.openxmlformats.org/officeDocument/2006/relationships/image" Target="../media/image38.svg"/><Relationship Id="rId9" Type="http://schemas.openxmlformats.org/officeDocument/2006/relationships/image" Target="../media/image43.png"/><Relationship Id="rId14" Type="http://schemas.openxmlformats.org/officeDocument/2006/relationships/image" Target="../media/image48.svg"/><Relationship Id="rId22" Type="http://schemas.openxmlformats.org/officeDocument/2006/relationships/image" Target="../media/image56.svg"/><Relationship Id="rId27" Type="http://schemas.openxmlformats.org/officeDocument/2006/relationships/image" Target="../media/image61.png"/><Relationship Id="rId30" Type="http://schemas.openxmlformats.org/officeDocument/2006/relationships/image" Target="../media/image64.svg"/></Relationships>
</file>

<file path=ppt/diagrams/_rels/drawing7.xml.rels><?xml version="1.0" encoding="UTF-8" standalone="yes"?>
<Relationships xmlns="http://schemas.openxmlformats.org/package/2006/relationships"><Relationship Id="rId8" Type="http://schemas.openxmlformats.org/officeDocument/2006/relationships/image" Target="../media/image70.svg"/><Relationship Id="rId13" Type="http://schemas.openxmlformats.org/officeDocument/2006/relationships/image" Target="../media/image75.png"/><Relationship Id="rId18" Type="http://schemas.openxmlformats.org/officeDocument/2006/relationships/image" Target="../media/image80.svg"/><Relationship Id="rId3" Type="http://schemas.openxmlformats.org/officeDocument/2006/relationships/image" Target="../media/image65.png"/><Relationship Id="rId7" Type="http://schemas.openxmlformats.org/officeDocument/2006/relationships/image" Target="../media/image69.png"/><Relationship Id="rId12" Type="http://schemas.openxmlformats.org/officeDocument/2006/relationships/image" Target="../media/image74.svg"/><Relationship Id="rId17" Type="http://schemas.openxmlformats.org/officeDocument/2006/relationships/image" Target="../media/image79.png"/><Relationship Id="rId2" Type="http://schemas.openxmlformats.org/officeDocument/2006/relationships/image" Target="../media/image36.svg"/><Relationship Id="rId16" Type="http://schemas.openxmlformats.org/officeDocument/2006/relationships/image" Target="../media/image78.svg"/><Relationship Id="rId20" Type="http://schemas.openxmlformats.org/officeDocument/2006/relationships/image" Target="../media/image82.svg"/><Relationship Id="rId1" Type="http://schemas.openxmlformats.org/officeDocument/2006/relationships/image" Target="../media/image35.png"/><Relationship Id="rId6" Type="http://schemas.openxmlformats.org/officeDocument/2006/relationships/image" Target="../media/image68.svg"/><Relationship Id="rId11" Type="http://schemas.openxmlformats.org/officeDocument/2006/relationships/image" Target="../media/image73.png"/><Relationship Id="rId5" Type="http://schemas.openxmlformats.org/officeDocument/2006/relationships/image" Target="../media/image67.png"/><Relationship Id="rId15" Type="http://schemas.openxmlformats.org/officeDocument/2006/relationships/image" Target="../media/image77.png"/><Relationship Id="rId10" Type="http://schemas.openxmlformats.org/officeDocument/2006/relationships/image" Target="../media/image72.svg"/><Relationship Id="rId19" Type="http://schemas.openxmlformats.org/officeDocument/2006/relationships/image" Target="../media/image81.png"/><Relationship Id="rId4" Type="http://schemas.openxmlformats.org/officeDocument/2006/relationships/image" Target="../media/image66.svg"/><Relationship Id="rId9" Type="http://schemas.openxmlformats.org/officeDocument/2006/relationships/image" Target="../media/image71.png"/><Relationship Id="rId14" Type="http://schemas.openxmlformats.org/officeDocument/2006/relationships/image" Target="../media/image7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87F026A-7109-4390-AC8E-25F7D1937855}"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GB"/>
        </a:p>
      </dgm:t>
    </dgm:pt>
    <dgm:pt modelId="{78716291-CEC5-4C83-9D9F-D77BAD498921}">
      <dgm:prSet phldrT="[Text]" phldr="0" custT="1"/>
      <dgm:spPr/>
      <dgm:t>
        <a:bodyPr/>
        <a:lstStyle/>
        <a:p>
          <a:r>
            <a:rPr lang="en-US" sz="1800" dirty="0"/>
            <a:t>United States</a:t>
          </a:r>
          <a:endParaRPr lang="en-GB" sz="1800" dirty="0"/>
        </a:p>
      </dgm:t>
    </dgm:pt>
    <dgm:pt modelId="{A5A5213B-EE94-4A6A-817A-5A2A8CA04CBC}" type="parTrans" cxnId="{442AB43E-B331-4548-8DCC-C75959B365D0}">
      <dgm:prSet/>
      <dgm:spPr/>
      <dgm:t>
        <a:bodyPr/>
        <a:lstStyle/>
        <a:p>
          <a:endParaRPr lang="en-GB"/>
        </a:p>
      </dgm:t>
    </dgm:pt>
    <dgm:pt modelId="{AAADC446-98DC-412A-99B0-C1F6A7A32F91}" type="sibTrans" cxnId="{442AB43E-B331-4548-8DCC-C75959B365D0}">
      <dgm:prSet/>
      <dgm:spPr/>
      <dgm:t>
        <a:bodyPr/>
        <a:lstStyle/>
        <a:p>
          <a:endParaRPr lang="en-GB"/>
        </a:p>
      </dgm:t>
    </dgm:pt>
    <dgm:pt modelId="{68C1C3CB-479D-4124-9B58-33FB67B9610E}">
      <dgm:prSet phldrT="[Text]" custT="1"/>
      <dgm:spPr/>
      <dgm:t>
        <a:bodyPr/>
        <a:lstStyle/>
        <a:p>
          <a:r>
            <a:rPr lang="en-GB" sz="1600" b="1" dirty="0"/>
            <a:t>Revenue projected at $43.0 billion for 2025.</a:t>
          </a:r>
        </a:p>
      </dgm:t>
    </dgm:pt>
    <dgm:pt modelId="{A1D219E1-C416-447C-8E89-D1D4F4B0A539}" type="parTrans" cxnId="{0C495E21-DA50-465D-9A0F-0F82606E35BE}">
      <dgm:prSet/>
      <dgm:spPr/>
      <dgm:t>
        <a:bodyPr/>
        <a:lstStyle/>
        <a:p>
          <a:endParaRPr lang="en-GB"/>
        </a:p>
      </dgm:t>
    </dgm:pt>
    <dgm:pt modelId="{2834DA35-0A88-4769-8FFB-DA4703196309}" type="sibTrans" cxnId="{0C495E21-DA50-465D-9A0F-0F82606E35BE}">
      <dgm:prSet/>
      <dgm:spPr/>
      <dgm:t>
        <a:bodyPr/>
        <a:lstStyle/>
        <a:p>
          <a:endParaRPr lang="en-GB"/>
        </a:p>
      </dgm:t>
    </dgm:pt>
    <dgm:pt modelId="{95AD4F9A-8326-450C-AE5A-A8125F7409A1}">
      <dgm:prSet phldrT="[Text]" phldr="0" custT="1"/>
      <dgm:spPr/>
      <dgm:t>
        <a:bodyPr/>
        <a:lstStyle/>
        <a:p>
          <a:r>
            <a:rPr lang="en-US" sz="1800" dirty="0"/>
            <a:t>United Kingdom</a:t>
          </a:r>
          <a:endParaRPr lang="en-GB" sz="1800" dirty="0"/>
        </a:p>
      </dgm:t>
    </dgm:pt>
    <dgm:pt modelId="{A19E2D85-1007-473A-918B-A6655D483188}" type="parTrans" cxnId="{21897B75-3E6D-48FF-B267-8F5518A1F93F}">
      <dgm:prSet/>
      <dgm:spPr/>
      <dgm:t>
        <a:bodyPr/>
        <a:lstStyle/>
        <a:p>
          <a:endParaRPr lang="en-GB"/>
        </a:p>
      </dgm:t>
    </dgm:pt>
    <dgm:pt modelId="{045EC9A2-B3EE-4AEF-A768-3CD1F7CA2FBA}" type="sibTrans" cxnId="{21897B75-3E6D-48FF-B267-8F5518A1F93F}">
      <dgm:prSet/>
      <dgm:spPr/>
      <dgm:t>
        <a:bodyPr/>
        <a:lstStyle/>
        <a:p>
          <a:endParaRPr lang="en-GB"/>
        </a:p>
      </dgm:t>
    </dgm:pt>
    <dgm:pt modelId="{064BD6D9-8A74-441E-AE89-FEE9A50BFD15}">
      <dgm:prSet phldrT="[Text]" custT="1"/>
      <dgm:spPr/>
      <dgm:t>
        <a:bodyPr/>
        <a:lstStyle/>
        <a:p>
          <a:r>
            <a:rPr lang="en-GB" sz="1600" b="1" dirty="0"/>
            <a:t>64% own smart device. </a:t>
          </a:r>
        </a:p>
      </dgm:t>
    </dgm:pt>
    <dgm:pt modelId="{A84FDD23-D2F6-4DA2-97B4-0C6869D3D80A}" type="parTrans" cxnId="{37523743-3E30-4C9E-891C-624BA813B1A5}">
      <dgm:prSet/>
      <dgm:spPr/>
      <dgm:t>
        <a:bodyPr/>
        <a:lstStyle/>
        <a:p>
          <a:endParaRPr lang="en-GB"/>
        </a:p>
      </dgm:t>
    </dgm:pt>
    <dgm:pt modelId="{6B0C98B9-C93F-4A4B-A8A3-4F83A86C22E6}" type="sibTrans" cxnId="{37523743-3E30-4C9E-891C-624BA813B1A5}">
      <dgm:prSet/>
      <dgm:spPr/>
      <dgm:t>
        <a:bodyPr/>
        <a:lstStyle/>
        <a:p>
          <a:endParaRPr lang="en-GB"/>
        </a:p>
      </dgm:t>
    </dgm:pt>
    <dgm:pt modelId="{3EAA1DBB-1699-48FB-9D88-609B821CDA5D}">
      <dgm:prSet phldrT="[Text]" custT="1"/>
      <dgm:spPr/>
      <dgm:t>
        <a:bodyPr/>
        <a:lstStyle/>
        <a:p>
          <a:pPr>
            <a:buFont typeface="Arial" panose="020B0604020202020204" pitchFamily="34" charset="0"/>
            <a:buChar char="•"/>
          </a:pPr>
          <a:r>
            <a:rPr lang="en-GB" sz="1600" b="1" dirty="0"/>
            <a:t>93% of owning smart home device, estimated 54 established systems</a:t>
          </a:r>
          <a:r>
            <a:rPr lang="en-GB" sz="1600" dirty="0"/>
            <a:t>.</a:t>
          </a:r>
        </a:p>
      </dgm:t>
    </dgm:pt>
    <dgm:pt modelId="{2666DFBA-6C1F-4367-BFEB-53E0501AB7D3}" type="parTrans" cxnId="{1C08A44B-3FD3-4633-B6AF-E3369343E558}">
      <dgm:prSet/>
      <dgm:spPr/>
      <dgm:t>
        <a:bodyPr/>
        <a:lstStyle/>
        <a:p>
          <a:endParaRPr lang="en-GB"/>
        </a:p>
      </dgm:t>
    </dgm:pt>
    <dgm:pt modelId="{D90D2C48-68E1-4FBD-B422-58A8BDA8CB66}" type="sibTrans" cxnId="{1C08A44B-3FD3-4633-B6AF-E3369343E558}">
      <dgm:prSet/>
      <dgm:spPr/>
      <dgm:t>
        <a:bodyPr/>
        <a:lstStyle/>
        <a:p>
          <a:endParaRPr lang="en-GB"/>
        </a:p>
      </dgm:t>
    </dgm:pt>
    <dgm:pt modelId="{3B81AF09-DADA-46E1-BAD8-66D4E8535718}">
      <dgm:prSet custT="1"/>
      <dgm:spPr/>
      <dgm:t>
        <a:bodyPr/>
        <a:lstStyle/>
        <a:p>
          <a:r>
            <a:rPr lang="en-US" sz="1800" dirty="0"/>
            <a:t>South Korea</a:t>
          </a:r>
        </a:p>
      </dgm:t>
    </dgm:pt>
    <dgm:pt modelId="{121E4C30-C55F-4403-A8FA-C0FF44B60350}" type="parTrans" cxnId="{F9624ED7-89F2-4DD9-80DE-703449125AE0}">
      <dgm:prSet/>
      <dgm:spPr/>
      <dgm:t>
        <a:bodyPr/>
        <a:lstStyle/>
        <a:p>
          <a:endParaRPr lang="en-GB"/>
        </a:p>
      </dgm:t>
    </dgm:pt>
    <dgm:pt modelId="{367BB9BC-C9E5-4731-B96F-F35E1BCDB3EE}" type="sibTrans" cxnId="{F9624ED7-89F2-4DD9-80DE-703449125AE0}">
      <dgm:prSet/>
      <dgm:spPr/>
      <dgm:t>
        <a:bodyPr/>
        <a:lstStyle/>
        <a:p>
          <a:endParaRPr lang="en-GB"/>
        </a:p>
      </dgm:t>
    </dgm:pt>
    <dgm:pt modelId="{C2A78915-EFE5-41D4-8908-A19F008361A5}">
      <dgm:prSet custT="1"/>
      <dgm:spPr/>
      <dgm:t>
        <a:bodyPr/>
        <a:lstStyle/>
        <a:p>
          <a:r>
            <a:rPr lang="en-GB" sz="1600" b="1" dirty="0"/>
            <a:t>Forecasted to have the world's highest penetration rate in the Smart Home Security segment by 2026.</a:t>
          </a:r>
          <a:endParaRPr lang="en-US" sz="1600" b="1" dirty="0"/>
        </a:p>
      </dgm:t>
    </dgm:pt>
    <dgm:pt modelId="{B202CBB4-06FF-4FE1-9447-794BB8805BFE}" type="parTrans" cxnId="{AAF116E1-C11F-4CC9-B19C-C7ED1E7BDC6A}">
      <dgm:prSet/>
      <dgm:spPr/>
      <dgm:t>
        <a:bodyPr/>
        <a:lstStyle/>
        <a:p>
          <a:endParaRPr lang="en-GB"/>
        </a:p>
      </dgm:t>
    </dgm:pt>
    <dgm:pt modelId="{B732EAD0-9E1A-4D62-B6C3-ACCA83159B77}" type="sibTrans" cxnId="{AAF116E1-C11F-4CC9-B19C-C7ED1E7BDC6A}">
      <dgm:prSet/>
      <dgm:spPr/>
      <dgm:t>
        <a:bodyPr/>
        <a:lstStyle/>
        <a:p>
          <a:endParaRPr lang="en-GB"/>
        </a:p>
      </dgm:t>
    </dgm:pt>
    <dgm:pt modelId="{7CB970C1-848D-44F2-B119-66B6CAF34721}">
      <dgm:prSet custT="1"/>
      <dgm:spPr/>
      <dgm:t>
        <a:bodyPr/>
        <a:lstStyle/>
        <a:p>
          <a:r>
            <a:rPr lang="en-US" sz="1800" dirty="0"/>
            <a:t>Brazil</a:t>
          </a:r>
          <a:endParaRPr lang="en-GB" sz="1800" dirty="0"/>
        </a:p>
      </dgm:t>
    </dgm:pt>
    <dgm:pt modelId="{CBFEAF33-1386-4EBC-B953-2F64E8F778F9}" type="parTrans" cxnId="{010BAB1E-0573-4213-BE51-B6ABDF07C318}">
      <dgm:prSet/>
      <dgm:spPr/>
      <dgm:t>
        <a:bodyPr/>
        <a:lstStyle/>
        <a:p>
          <a:endParaRPr lang="en-GB"/>
        </a:p>
      </dgm:t>
    </dgm:pt>
    <dgm:pt modelId="{B99B5033-4AE3-4A10-81C8-18F3316ADD36}" type="sibTrans" cxnId="{010BAB1E-0573-4213-BE51-B6ABDF07C318}">
      <dgm:prSet/>
      <dgm:spPr/>
      <dgm:t>
        <a:bodyPr/>
        <a:lstStyle/>
        <a:p>
          <a:endParaRPr lang="en-GB"/>
        </a:p>
      </dgm:t>
    </dgm:pt>
    <dgm:pt modelId="{E6F8B5B4-4DF9-42A7-A686-28C8358569DA}">
      <dgm:prSet custT="1"/>
      <dgm:spPr/>
      <dgm:t>
        <a:bodyPr/>
        <a:lstStyle/>
        <a:p>
          <a:r>
            <a:rPr lang="en-GB" sz="1600" b="1" dirty="0"/>
            <a:t>Projected to have 27.1 billion total connected devices by the end of 2025. </a:t>
          </a:r>
        </a:p>
      </dgm:t>
    </dgm:pt>
    <dgm:pt modelId="{37E0E39C-6DFC-4B9F-AB28-AA3F6D97BEBB}" type="parTrans" cxnId="{F33C80EE-74E2-4175-89B8-83E0C5A9AD63}">
      <dgm:prSet/>
      <dgm:spPr/>
      <dgm:t>
        <a:bodyPr/>
        <a:lstStyle/>
        <a:p>
          <a:endParaRPr lang="en-GB"/>
        </a:p>
      </dgm:t>
    </dgm:pt>
    <dgm:pt modelId="{D1692020-9FF7-4426-B326-A683B88931D1}" type="sibTrans" cxnId="{F33C80EE-74E2-4175-89B8-83E0C5A9AD63}">
      <dgm:prSet/>
      <dgm:spPr/>
      <dgm:t>
        <a:bodyPr/>
        <a:lstStyle/>
        <a:p>
          <a:endParaRPr lang="en-GB"/>
        </a:p>
      </dgm:t>
    </dgm:pt>
    <dgm:pt modelId="{37B6CE91-D746-4D5A-8821-FAB82F222899}">
      <dgm:prSet phldrT="[Text]" custT="1"/>
      <dgm:spPr/>
      <dgm:t>
        <a:bodyPr/>
        <a:lstStyle/>
        <a:p>
          <a:r>
            <a:rPr lang="en-GB" sz="1600" b="1" dirty="0"/>
            <a:t>Advanced systems is projected to reach 68.6% by 2027.</a:t>
          </a:r>
        </a:p>
      </dgm:t>
    </dgm:pt>
    <dgm:pt modelId="{E4D72DA5-E958-4476-B15B-E58F5EE230E5}" type="parTrans" cxnId="{825CB5DB-0E59-4674-86BB-F81E74BAA13E}">
      <dgm:prSet/>
      <dgm:spPr/>
      <dgm:t>
        <a:bodyPr/>
        <a:lstStyle/>
        <a:p>
          <a:endParaRPr lang="en-GB"/>
        </a:p>
      </dgm:t>
    </dgm:pt>
    <dgm:pt modelId="{FDC30CFE-A384-4785-953C-F2D0620BBAD0}" type="sibTrans" cxnId="{825CB5DB-0E59-4674-86BB-F81E74BAA13E}">
      <dgm:prSet/>
      <dgm:spPr/>
      <dgm:t>
        <a:bodyPr/>
        <a:lstStyle/>
        <a:p>
          <a:endParaRPr lang="en-GB"/>
        </a:p>
      </dgm:t>
    </dgm:pt>
    <dgm:pt modelId="{5FDAA2BA-CFA0-4498-83C8-1481872CE578}" type="pres">
      <dgm:prSet presAssocID="{087F026A-7109-4390-AC8E-25F7D1937855}" presName="diagram" presStyleCnt="0">
        <dgm:presLayoutVars>
          <dgm:dir/>
          <dgm:animLvl val="lvl"/>
          <dgm:resizeHandles val="exact"/>
        </dgm:presLayoutVars>
      </dgm:prSet>
      <dgm:spPr/>
    </dgm:pt>
    <dgm:pt modelId="{486DD9FB-55F8-460B-864A-132E73DE65D9}" type="pres">
      <dgm:prSet presAssocID="{78716291-CEC5-4C83-9D9F-D77BAD498921}" presName="compNode" presStyleCnt="0"/>
      <dgm:spPr/>
    </dgm:pt>
    <dgm:pt modelId="{95E35697-3065-4F14-BB21-DF09DC39436B}" type="pres">
      <dgm:prSet presAssocID="{78716291-CEC5-4C83-9D9F-D77BAD498921}" presName="childRect" presStyleLbl="bgAcc1" presStyleIdx="0" presStyleCnt="4">
        <dgm:presLayoutVars>
          <dgm:bulletEnabled val="1"/>
        </dgm:presLayoutVars>
      </dgm:prSet>
      <dgm:spPr/>
    </dgm:pt>
    <dgm:pt modelId="{CBE0C50B-EE2A-4CB0-98A1-C4089C7F1747}" type="pres">
      <dgm:prSet presAssocID="{78716291-CEC5-4C83-9D9F-D77BAD498921}" presName="parentText" presStyleLbl="node1" presStyleIdx="0" presStyleCnt="0">
        <dgm:presLayoutVars>
          <dgm:chMax val="0"/>
          <dgm:bulletEnabled val="1"/>
        </dgm:presLayoutVars>
      </dgm:prSet>
      <dgm:spPr/>
    </dgm:pt>
    <dgm:pt modelId="{025364D9-710B-4A73-AA83-BE53973391B2}" type="pres">
      <dgm:prSet presAssocID="{78716291-CEC5-4C83-9D9F-D77BAD498921}" presName="parentRect" presStyleLbl="alignNode1" presStyleIdx="0" presStyleCnt="4"/>
      <dgm:spPr/>
    </dgm:pt>
    <dgm:pt modelId="{DD169900-EF74-4A38-9606-37A37291C86E}" type="pres">
      <dgm:prSet presAssocID="{78716291-CEC5-4C83-9D9F-D77BAD498921}" presName="adorn" presStyleLbl="fgAccFollowNode1" presStyleIdx="0" presStyleCnt="4"/>
      <dgm:spPr/>
    </dgm:pt>
    <dgm:pt modelId="{8AFE458C-6FA5-4AE5-BFC6-ADE5C1585BAE}" type="pres">
      <dgm:prSet presAssocID="{AAADC446-98DC-412A-99B0-C1F6A7A32F91}" presName="sibTrans" presStyleLbl="sibTrans2D1" presStyleIdx="0" presStyleCnt="0"/>
      <dgm:spPr/>
    </dgm:pt>
    <dgm:pt modelId="{1C1860A6-CD5B-49C1-AD71-E820325B4519}" type="pres">
      <dgm:prSet presAssocID="{95AD4F9A-8326-450C-AE5A-A8125F7409A1}" presName="compNode" presStyleCnt="0"/>
      <dgm:spPr/>
    </dgm:pt>
    <dgm:pt modelId="{E6FADF76-C566-48FC-AC5A-829BF293AA5D}" type="pres">
      <dgm:prSet presAssocID="{95AD4F9A-8326-450C-AE5A-A8125F7409A1}" presName="childRect" presStyleLbl="bgAcc1" presStyleIdx="1" presStyleCnt="4">
        <dgm:presLayoutVars>
          <dgm:bulletEnabled val="1"/>
        </dgm:presLayoutVars>
      </dgm:prSet>
      <dgm:spPr/>
    </dgm:pt>
    <dgm:pt modelId="{0AC55A4D-0FDB-47D2-9A7E-47D4151D68E9}" type="pres">
      <dgm:prSet presAssocID="{95AD4F9A-8326-450C-AE5A-A8125F7409A1}" presName="parentText" presStyleLbl="node1" presStyleIdx="0" presStyleCnt="0">
        <dgm:presLayoutVars>
          <dgm:chMax val="0"/>
          <dgm:bulletEnabled val="1"/>
        </dgm:presLayoutVars>
      </dgm:prSet>
      <dgm:spPr/>
    </dgm:pt>
    <dgm:pt modelId="{32EDC965-202C-4151-ACB7-FC92A6129D6F}" type="pres">
      <dgm:prSet presAssocID="{95AD4F9A-8326-450C-AE5A-A8125F7409A1}" presName="parentRect" presStyleLbl="alignNode1" presStyleIdx="1" presStyleCnt="4"/>
      <dgm:spPr/>
    </dgm:pt>
    <dgm:pt modelId="{FD4C3379-87E5-4AD4-A6B4-542095BB8508}" type="pres">
      <dgm:prSet presAssocID="{95AD4F9A-8326-450C-AE5A-A8125F7409A1}" presName="adorn" presStyleLbl="fgAccFollowNode1" presStyleIdx="1" presStyleCnt="4"/>
      <dgm:spPr/>
    </dgm:pt>
    <dgm:pt modelId="{92D9CC45-96B1-489A-914A-D420CB1F874E}" type="pres">
      <dgm:prSet presAssocID="{045EC9A2-B3EE-4AEF-A768-3CD1F7CA2FBA}" presName="sibTrans" presStyleLbl="sibTrans2D1" presStyleIdx="0" presStyleCnt="0"/>
      <dgm:spPr/>
    </dgm:pt>
    <dgm:pt modelId="{80F7B32B-EA89-4CC0-91CA-6FB0CB2D1FEE}" type="pres">
      <dgm:prSet presAssocID="{3B81AF09-DADA-46E1-BAD8-66D4E8535718}" presName="compNode" presStyleCnt="0"/>
      <dgm:spPr/>
    </dgm:pt>
    <dgm:pt modelId="{207BC4EE-331E-4D3B-A9B3-223962E87095}" type="pres">
      <dgm:prSet presAssocID="{3B81AF09-DADA-46E1-BAD8-66D4E8535718}" presName="childRect" presStyleLbl="bgAcc1" presStyleIdx="2" presStyleCnt="4">
        <dgm:presLayoutVars>
          <dgm:bulletEnabled val="1"/>
        </dgm:presLayoutVars>
      </dgm:prSet>
      <dgm:spPr/>
    </dgm:pt>
    <dgm:pt modelId="{F7030347-DFEA-4401-B8D1-D049DC916A7C}" type="pres">
      <dgm:prSet presAssocID="{3B81AF09-DADA-46E1-BAD8-66D4E8535718}" presName="parentText" presStyleLbl="node1" presStyleIdx="0" presStyleCnt="0">
        <dgm:presLayoutVars>
          <dgm:chMax val="0"/>
          <dgm:bulletEnabled val="1"/>
        </dgm:presLayoutVars>
      </dgm:prSet>
      <dgm:spPr/>
    </dgm:pt>
    <dgm:pt modelId="{1C745290-1A34-4926-9C22-6806B0FBC964}" type="pres">
      <dgm:prSet presAssocID="{3B81AF09-DADA-46E1-BAD8-66D4E8535718}" presName="parentRect" presStyleLbl="alignNode1" presStyleIdx="2" presStyleCnt="4"/>
      <dgm:spPr/>
    </dgm:pt>
    <dgm:pt modelId="{ABED28A0-101F-4FB1-8F6A-3AFBBA625288}" type="pres">
      <dgm:prSet presAssocID="{3B81AF09-DADA-46E1-BAD8-66D4E8535718}" presName="adorn" presStyleLbl="fgAccFollowNode1" presStyleIdx="2" presStyleCnt="4"/>
      <dgm:spPr/>
    </dgm:pt>
    <dgm:pt modelId="{C28339E8-A87D-4859-AD99-5A9FD4E22BEB}" type="pres">
      <dgm:prSet presAssocID="{367BB9BC-C9E5-4731-B96F-F35E1BCDB3EE}" presName="sibTrans" presStyleLbl="sibTrans2D1" presStyleIdx="0" presStyleCnt="0"/>
      <dgm:spPr/>
    </dgm:pt>
    <dgm:pt modelId="{C04F9A0F-7ADA-4B72-9FD9-EE1232D7506E}" type="pres">
      <dgm:prSet presAssocID="{7CB970C1-848D-44F2-B119-66B6CAF34721}" presName="compNode" presStyleCnt="0"/>
      <dgm:spPr/>
    </dgm:pt>
    <dgm:pt modelId="{7B7554C7-EF07-498B-BC13-8F0D6F16AE56}" type="pres">
      <dgm:prSet presAssocID="{7CB970C1-848D-44F2-B119-66B6CAF34721}" presName="childRect" presStyleLbl="bgAcc1" presStyleIdx="3" presStyleCnt="4">
        <dgm:presLayoutVars>
          <dgm:bulletEnabled val="1"/>
        </dgm:presLayoutVars>
      </dgm:prSet>
      <dgm:spPr/>
    </dgm:pt>
    <dgm:pt modelId="{86EEF55D-34A8-40DC-B9FF-C01AA32C3497}" type="pres">
      <dgm:prSet presAssocID="{7CB970C1-848D-44F2-B119-66B6CAF34721}" presName="parentText" presStyleLbl="node1" presStyleIdx="0" presStyleCnt="0">
        <dgm:presLayoutVars>
          <dgm:chMax val="0"/>
          <dgm:bulletEnabled val="1"/>
        </dgm:presLayoutVars>
      </dgm:prSet>
      <dgm:spPr/>
    </dgm:pt>
    <dgm:pt modelId="{3DAF4498-2B52-470F-80B0-A0A8415885E7}" type="pres">
      <dgm:prSet presAssocID="{7CB970C1-848D-44F2-B119-66B6CAF34721}" presName="parentRect" presStyleLbl="alignNode1" presStyleIdx="3" presStyleCnt="4"/>
      <dgm:spPr/>
    </dgm:pt>
    <dgm:pt modelId="{197ED067-51CA-40FC-AC8D-B12B2E0D69A8}" type="pres">
      <dgm:prSet presAssocID="{7CB970C1-848D-44F2-B119-66B6CAF34721}" presName="adorn" presStyleLbl="fgAccFollowNode1" presStyleIdx="3" presStyleCnt="4"/>
      <dgm:spPr/>
    </dgm:pt>
  </dgm:ptLst>
  <dgm:cxnLst>
    <dgm:cxn modelId="{93E5F20F-CE06-40BC-B704-69E7109B3F4F}" type="presOf" srcId="{C2A78915-EFE5-41D4-8908-A19F008361A5}" destId="{207BC4EE-331E-4D3B-A9B3-223962E87095}" srcOrd="0" destOrd="0" presId="urn:microsoft.com/office/officeart/2005/8/layout/bList2"/>
    <dgm:cxn modelId="{CF952C18-60F3-4528-8993-6C8A3595C166}" type="presOf" srcId="{E6F8B5B4-4DF9-42A7-A686-28C8358569DA}" destId="{7B7554C7-EF07-498B-BC13-8F0D6F16AE56}" srcOrd="0" destOrd="0" presId="urn:microsoft.com/office/officeart/2005/8/layout/bList2"/>
    <dgm:cxn modelId="{010BAB1E-0573-4213-BE51-B6ABDF07C318}" srcId="{087F026A-7109-4390-AC8E-25F7D1937855}" destId="{7CB970C1-848D-44F2-B119-66B6CAF34721}" srcOrd="3" destOrd="0" parTransId="{CBFEAF33-1386-4EBC-B953-2F64E8F778F9}" sibTransId="{B99B5033-4AE3-4A10-81C8-18F3316ADD36}"/>
    <dgm:cxn modelId="{0C495E21-DA50-465D-9A0F-0F82606E35BE}" srcId="{78716291-CEC5-4C83-9D9F-D77BAD498921}" destId="{68C1C3CB-479D-4124-9B58-33FB67B9610E}" srcOrd="0" destOrd="0" parTransId="{A1D219E1-C416-447C-8E89-D1D4F4B0A539}" sibTransId="{2834DA35-0A88-4769-8FFB-DA4703196309}"/>
    <dgm:cxn modelId="{987FD921-47CB-481B-B25B-1BE699B61D8B}" type="presOf" srcId="{3B81AF09-DADA-46E1-BAD8-66D4E8535718}" destId="{1C745290-1A34-4926-9C22-6806B0FBC964}" srcOrd="1" destOrd="0" presId="urn:microsoft.com/office/officeart/2005/8/layout/bList2"/>
    <dgm:cxn modelId="{DD5BD52A-FC2B-4FE3-8A82-BE6A20D64DCD}" type="presOf" srcId="{95AD4F9A-8326-450C-AE5A-A8125F7409A1}" destId="{0AC55A4D-0FDB-47D2-9A7E-47D4151D68E9}" srcOrd="0" destOrd="0" presId="urn:microsoft.com/office/officeart/2005/8/layout/bList2"/>
    <dgm:cxn modelId="{442AB43E-B331-4548-8DCC-C75959B365D0}" srcId="{087F026A-7109-4390-AC8E-25F7D1937855}" destId="{78716291-CEC5-4C83-9D9F-D77BAD498921}" srcOrd="0" destOrd="0" parTransId="{A5A5213B-EE94-4A6A-817A-5A2A8CA04CBC}" sibTransId="{AAADC446-98DC-412A-99B0-C1F6A7A32F91}"/>
    <dgm:cxn modelId="{4C756840-DA22-4A61-A937-E2C6A8B03ED3}" type="presOf" srcId="{064BD6D9-8A74-441E-AE89-FEE9A50BFD15}" destId="{E6FADF76-C566-48FC-AC5A-829BF293AA5D}" srcOrd="0" destOrd="0" presId="urn:microsoft.com/office/officeart/2005/8/layout/bList2"/>
    <dgm:cxn modelId="{850F875E-82DC-4045-A161-3A9D71EFA3B2}" type="presOf" srcId="{7CB970C1-848D-44F2-B119-66B6CAF34721}" destId="{86EEF55D-34A8-40DC-B9FF-C01AA32C3497}" srcOrd="0" destOrd="0" presId="urn:microsoft.com/office/officeart/2005/8/layout/bList2"/>
    <dgm:cxn modelId="{14E0FA61-056B-46CE-B81B-DD9A729C1B53}" type="presOf" srcId="{78716291-CEC5-4C83-9D9F-D77BAD498921}" destId="{CBE0C50B-EE2A-4CB0-98A1-C4089C7F1747}" srcOrd="0" destOrd="0" presId="urn:microsoft.com/office/officeart/2005/8/layout/bList2"/>
    <dgm:cxn modelId="{37523743-3E30-4C9E-891C-624BA813B1A5}" srcId="{95AD4F9A-8326-450C-AE5A-A8125F7409A1}" destId="{064BD6D9-8A74-441E-AE89-FEE9A50BFD15}" srcOrd="0" destOrd="0" parTransId="{A84FDD23-D2F6-4DA2-97B4-0C6869D3D80A}" sibTransId="{6B0C98B9-C93F-4A4B-A8A3-4F83A86C22E6}"/>
    <dgm:cxn modelId="{B5120B65-9B33-4B0C-B9AE-3CB908A5E8E6}" type="presOf" srcId="{3EAA1DBB-1699-48FB-9D88-609B821CDA5D}" destId="{95E35697-3065-4F14-BB21-DF09DC39436B}" srcOrd="0" destOrd="1" presId="urn:microsoft.com/office/officeart/2005/8/layout/bList2"/>
    <dgm:cxn modelId="{25BC4A66-92A9-4FE9-8204-8EE46FAE24F3}" type="presOf" srcId="{68C1C3CB-479D-4124-9B58-33FB67B9610E}" destId="{95E35697-3065-4F14-BB21-DF09DC39436B}" srcOrd="0" destOrd="0" presId="urn:microsoft.com/office/officeart/2005/8/layout/bList2"/>
    <dgm:cxn modelId="{1C08A44B-3FD3-4633-B6AF-E3369343E558}" srcId="{78716291-CEC5-4C83-9D9F-D77BAD498921}" destId="{3EAA1DBB-1699-48FB-9D88-609B821CDA5D}" srcOrd="1" destOrd="0" parTransId="{2666DFBA-6C1F-4367-BFEB-53E0501AB7D3}" sibTransId="{D90D2C48-68E1-4FBD-B422-58A8BDA8CB66}"/>
    <dgm:cxn modelId="{E477F96D-7F72-4F2D-AC75-A4FECB41D81C}" type="presOf" srcId="{95AD4F9A-8326-450C-AE5A-A8125F7409A1}" destId="{32EDC965-202C-4151-ACB7-FC92A6129D6F}" srcOrd="1" destOrd="0" presId="urn:microsoft.com/office/officeart/2005/8/layout/bList2"/>
    <dgm:cxn modelId="{21897B75-3E6D-48FF-B267-8F5518A1F93F}" srcId="{087F026A-7109-4390-AC8E-25F7D1937855}" destId="{95AD4F9A-8326-450C-AE5A-A8125F7409A1}" srcOrd="1" destOrd="0" parTransId="{A19E2D85-1007-473A-918B-A6655D483188}" sibTransId="{045EC9A2-B3EE-4AEF-A768-3CD1F7CA2FBA}"/>
    <dgm:cxn modelId="{B4664257-32CA-4A90-93A5-884602D52CCC}" type="presOf" srcId="{045EC9A2-B3EE-4AEF-A768-3CD1F7CA2FBA}" destId="{92D9CC45-96B1-489A-914A-D420CB1F874E}" srcOrd="0" destOrd="0" presId="urn:microsoft.com/office/officeart/2005/8/layout/bList2"/>
    <dgm:cxn modelId="{C3BD7E85-1A85-4C5A-A103-81E54FBAC5D4}" type="presOf" srcId="{3B81AF09-DADA-46E1-BAD8-66D4E8535718}" destId="{F7030347-DFEA-4401-B8D1-D049DC916A7C}" srcOrd="0" destOrd="0" presId="urn:microsoft.com/office/officeart/2005/8/layout/bList2"/>
    <dgm:cxn modelId="{8C97D58B-00A2-4201-B6DE-E7A9E6A1381F}" type="presOf" srcId="{37B6CE91-D746-4D5A-8821-FAB82F222899}" destId="{E6FADF76-C566-48FC-AC5A-829BF293AA5D}" srcOrd="0" destOrd="1" presId="urn:microsoft.com/office/officeart/2005/8/layout/bList2"/>
    <dgm:cxn modelId="{634551A2-484B-4764-9FAE-64693DFE57E4}" type="presOf" srcId="{367BB9BC-C9E5-4731-B96F-F35E1BCDB3EE}" destId="{C28339E8-A87D-4859-AD99-5A9FD4E22BEB}" srcOrd="0" destOrd="0" presId="urn:microsoft.com/office/officeart/2005/8/layout/bList2"/>
    <dgm:cxn modelId="{4BB926AF-6BEA-43E2-9BF6-AA05659E1F92}" type="presOf" srcId="{7CB970C1-848D-44F2-B119-66B6CAF34721}" destId="{3DAF4498-2B52-470F-80B0-A0A8415885E7}" srcOrd="1" destOrd="0" presId="urn:microsoft.com/office/officeart/2005/8/layout/bList2"/>
    <dgm:cxn modelId="{232391B1-C2DF-4928-A39B-5E6A933E6CB0}" type="presOf" srcId="{AAADC446-98DC-412A-99B0-C1F6A7A32F91}" destId="{8AFE458C-6FA5-4AE5-BFC6-ADE5C1585BAE}" srcOrd="0" destOrd="0" presId="urn:microsoft.com/office/officeart/2005/8/layout/bList2"/>
    <dgm:cxn modelId="{F9624ED7-89F2-4DD9-80DE-703449125AE0}" srcId="{087F026A-7109-4390-AC8E-25F7D1937855}" destId="{3B81AF09-DADA-46E1-BAD8-66D4E8535718}" srcOrd="2" destOrd="0" parTransId="{121E4C30-C55F-4403-A8FA-C0FF44B60350}" sibTransId="{367BB9BC-C9E5-4731-B96F-F35E1BCDB3EE}"/>
    <dgm:cxn modelId="{825CB5DB-0E59-4674-86BB-F81E74BAA13E}" srcId="{95AD4F9A-8326-450C-AE5A-A8125F7409A1}" destId="{37B6CE91-D746-4D5A-8821-FAB82F222899}" srcOrd="1" destOrd="0" parTransId="{E4D72DA5-E958-4476-B15B-E58F5EE230E5}" sibTransId="{FDC30CFE-A384-4785-953C-F2D0620BBAD0}"/>
    <dgm:cxn modelId="{AAF116E1-C11F-4CC9-B19C-C7ED1E7BDC6A}" srcId="{3B81AF09-DADA-46E1-BAD8-66D4E8535718}" destId="{C2A78915-EFE5-41D4-8908-A19F008361A5}" srcOrd="0" destOrd="0" parTransId="{B202CBB4-06FF-4FE1-9447-794BB8805BFE}" sibTransId="{B732EAD0-9E1A-4D62-B6C3-ACCA83159B77}"/>
    <dgm:cxn modelId="{F33C80EE-74E2-4175-89B8-83E0C5A9AD63}" srcId="{7CB970C1-848D-44F2-B119-66B6CAF34721}" destId="{E6F8B5B4-4DF9-42A7-A686-28C8358569DA}" srcOrd="0" destOrd="0" parTransId="{37E0E39C-6DFC-4B9F-AB28-AA3F6D97BEBB}" sibTransId="{D1692020-9FF7-4426-B326-A683B88931D1}"/>
    <dgm:cxn modelId="{260F1EF4-A7B5-4B62-9444-34097167081D}" type="presOf" srcId="{087F026A-7109-4390-AC8E-25F7D1937855}" destId="{5FDAA2BA-CFA0-4498-83C8-1481872CE578}" srcOrd="0" destOrd="0" presId="urn:microsoft.com/office/officeart/2005/8/layout/bList2"/>
    <dgm:cxn modelId="{CD5462FE-C328-44AD-BFE7-20293D2AE8E4}" type="presOf" srcId="{78716291-CEC5-4C83-9D9F-D77BAD498921}" destId="{025364D9-710B-4A73-AA83-BE53973391B2}" srcOrd="1" destOrd="0" presId="urn:microsoft.com/office/officeart/2005/8/layout/bList2"/>
    <dgm:cxn modelId="{E3FE1BFC-0C71-401D-89CC-ABFF5140F619}" type="presParOf" srcId="{5FDAA2BA-CFA0-4498-83C8-1481872CE578}" destId="{486DD9FB-55F8-460B-864A-132E73DE65D9}" srcOrd="0" destOrd="0" presId="urn:microsoft.com/office/officeart/2005/8/layout/bList2"/>
    <dgm:cxn modelId="{A2E1D623-C4DE-48E4-911C-B2D1B4A6019F}" type="presParOf" srcId="{486DD9FB-55F8-460B-864A-132E73DE65D9}" destId="{95E35697-3065-4F14-BB21-DF09DC39436B}" srcOrd="0" destOrd="0" presId="urn:microsoft.com/office/officeart/2005/8/layout/bList2"/>
    <dgm:cxn modelId="{602C2D8E-E9A6-4BDC-B2BB-8CB0BF1AB873}" type="presParOf" srcId="{486DD9FB-55F8-460B-864A-132E73DE65D9}" destId="{CBE0C50B-EE2A-4CB0-98A1-C4089C7F1747}" srcOrd="1" destOrd="0" presId="urn:microsoft.com/office/officeart/2005/8/layout/bList2"/>
    <dgm:cxn modelId="{31CEAD26-618D-46FB-8DF9-EA5AB0E25732}" type="presParOf" srcId="{486DD9FB-55F8-460B-864A-132E73DE65D9}" destId="{025364D9-710B-4A73-AA83-BE53973391B2}" srcOrd="2" destOrd="0" presId="urn:microsoft.com/office/officeart/2005/8/layout/bList2"/>
    <dgm:cxn modelId="{3D5482E4-F951-41F9-ABB1-E3B71EF37FD9}" type="presParOf" srcId="{486DD9FB-55F8-460B-864A-132E73DE65D9}" destId="{DD169900-EF74-4A38-9606-37A37291C86E}" srcOrd="3" destOrd="0" presId="urn:microsoft.com/office/officeart/2005/8/layout/bList2"/>
    <dgm:cxn modelId="{F89C288F-8036-4075-ACFC-EDEBCE896C80}" type="presParOf" srcId="{5FDAA2BA-CFA0-4498-83C8-1481872CE578}" destId="{8AFE458C-6FA5-4AE5-BFC6-ADE5C1585BAE}" srcOrd="1" destOrd="0" presId="urn:microsoft.com/office/officeart/2005/8/layout/bList2"/>
    <dgm:cxn modelId="{7A506C29-EA30-4152-B9EC-4A04792C51D9}" type="presParOf" srcId="{5FDAA2BA-CFA0-4498-83C8-1481872CE578}" destId="{1C1860A6-CD5B-49C1-AD71-E820325B4519}" srcOrd="2" destOrd="0" presId="urn:microsoft.com/office/officeart/2005/8/layout/bList2"/>
    <dgm:cxn modelId="{4B6C916B-FA7C-47E6-BD6F-FAD6D7890FBA}" type="presParOf" srcId="{1C1860A6-CD5B-49C1-AD71-E820325B4519}" destId="{E6FADF76-C566-48FC-AC5A-829BF293AA5D}" srcOrd="0" destOrd="0" presId="urn:microsoft.com/office/officeart/2005/8/layout/bList2"/>
    <dgm:cxn modelId="{CD6905E0-57D7-4099-80D6-51A007DF1462}" type="presParOf" srcId="{1C1860A6-CD5B-49C1-AD71-E820325B4519}" destId="{0AC55A4D-0FDB-47D2-9A7E-47D4151D68E9}" srcOrd="1" destOrd="0" presId="urn:microsoft.com/office/officeart/2005/8/layout/bList2"/>
    <dgm:cxn modelId="{2E2CCF60-47D2-4FA3-82ED-95A6B668B02E}" type="presParOf" srcId="{1C1860A6-CD5B-49C1-AD71-E820325B4519}" destId="{32EDC965-202C-4151-ACB7-FC92A6129D6F}" srcOrd="2" destOrd="0" presId="urn:microsoft.com/office/officeart/2005/8/layout/bList2"/>
    <dgm:cxn modelId="{2BD9E7BA-B7B8-4440-81FF-F5AA23018040}" type="presParOf" srcId="{1C1860A6-CD5B-49C1-AD71-E820325B4519}" destId="{FD4C3379-87E5-4AD4-A6B4-542095BB8508}" srcOrd="3" destOrd="0" presId="urn:microsoft.com/office/officeart/2005/8/layout/bList2"/>
    <dgm:cxn modelId="{8C623BE0-1F30-4036-9540-D23EA91479B5}" type="presParOf" srcId="{5FDAA2BA-CFA0-4498-83C8-1481872CE578}" destId="{92D9CC45-96B1-489A-914A-D420CB1F874E}" srcOrd="3" destOrd="0" presId="urn:microsoft.com/office/officeart/2005/8/layout/bList2"/>
    <dgm:cxn modelId="{C101C04A-2CAC-4555-BE0C-949D86D90A2A}" type="presParOf" srcId="{5FDAA2BA-CFA0-4498-83C8-1481872CE578}" destId="{80F7B32B-EA89-4CC0-91CA-6FB0CB2D1FEE}" srcOrd="4" destOrd="0" presId="urn:microsoft.com/office/officeart/2005/8/layout/bList2"/>
    <dgm:cxn modelId="{68E18720-E9CA-49DE-90D1-20D7B9A9ABC4}" type="presParOf" srcId="{80F7B32B-EA89-4CC0-91CA-6FB0CB2D1FEE}" destId="{207BC4EE-331E-4D3B-A9B3-223962E87095}" srcOrd="0" destOrd="0" presId="urn:microsoft.com/office/officeart/2005/8/layout/bList2"/>
    <dgm:cxn modelId="{55B5D491-EB2B-4DE1-AC2D-75F0DF465340}" type="presParOf" srcId="{80F7B32B-EA89-4CC0-91CA-6FB0CB2D1FEE}" destId="{F7030347-DFEA-4401-B8D1-D049DC916A7C}" srcOrd="1" destOrd="0" presId="urn:microsoft.com/office/officeart/2005/8/layout/bList2"/>
    <dgm:cxn modelId="{1D4DB3F5-8EFF-4D86-857E-0E5425C28BEF}" type="presParOf" srcId="{80F7B32B-EA89-4CC0-91CA-6FB0CB2D1FEE}" destId="{1C745290-1A34-4926-9C22-6806B0FBC964}" srcOrd="2" destOrd="0" presId="urn:microsoft.com/office/officeart/2005/8/layout/bList2"/>
    <dgm:cxn modelId="{214361FA-888F-414F-B56E-F25AFCDBD45C}" type="presParOf" srcId="{80F7B32B-EA89-4CC0-91CA-6FB0CB2D1FEE}" destId="{ABED28A0-101F-4FB1-8F6A-3AFBBA625288}" srcOrd="3" destOrd="0" presId="urn:microsoft.com/office/officeart/2005/8/layout/bList2"/>
    <dgm:cxn modelId="{0BF6A3A1-33BB-4CB8-8E6B-1F01D5785E73}" type="presParOf" srcId="{5FDAA2BA-CFA0-4498-83C8-1481872CE578}" destId="{C28339E8-A87D-4859-AD99-5A9FD4E22BEB}" srcOrd="5" destOrd="0" presId="urn:microsoft.com/office/officeart/2005/8/layout/bList2"/>
    <dgm:cxn modelId="{BF334FA8-FE19-457D-9FA2-3E84475A1711}" type="presParOf" srcId="{5FDAA2BA-CFA0-4498-83C8-1481872CE578}" destId="{C04F9A0F-7ADA-4B72-9FD9-EE1232D7506E}" srcOrd="6" destOrd="0" presId="urn:microsoft.com/office/officeart/2005/8/layout/bList2"/>
    <dgm:cxn modelId="{5BA0C984-DF86-43A5-9978-7A370A4726BA}" type="presParOf" srcId="{C04F9A0F-7ADA-4B72-9FD9-EE1232D7506E}" destId="{7B7554C7-EF07-498B-BC13-8F0D6F16AE56}" srcOrd="0" destOrd="0" presId="urn:microsoft.com/office/officeart/2005/8/layout/bList2"/>
    <dgm:cxn modelId="{57F149E7-0A54-4558-981C-876CFEBCDD4D}" type="presParOf" srcId="{C04F9A0F-7ADA-4B72-9FD9-EE1232D7506E}" destId="{86EEF55D-34A8-40DC-B9FF-C01AA32C3497}" srcOrd="1" destOrd="0" presId="urn:microsoft.com/office/officeart/2005/8/layout/bList2"/>
    <dgm:cxn modelId="{977AA36D-9E2B-40CB-BC41-B4F6E766D320}" type="presParOf" srcId="{C04F9A0F-7ADA-4B72-9FD9-EE1232D7506E}" destId="{3DAF4498-2B52-470F-80B0-A0A8415885E7}" srcOrd="2" destOrd="0" presId="urn:microsoft.com/office/officeart/2005/8/layout/bList2"/>
    <dgm:cxn modelId="{29D5EF67-D541-4D3F-BD54-1A5CFAD1089A}" type="presParOf" srcId="{C04F9A0F-7ADA-4B72-9FD9-EE1232D7506E}" destId="{197ED067-51CA-40FC-AC8D-B12B2E0D69A8}"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A5B587A-BEAC-4483-B4A4-70CDEC4ABA6B}" type="doc">
      <dgm:prSet loTypeId="urn:microsoft.com/office/officeart/2005/8/layout/pList1" loCatId="list" qsTypeId="urn:microsoft.com/office/officeart/2005/8/quickstyle/simple1" qsCatId="simple" csTypeId="urn:microsoft.com/office/officeart/2005/8/colors/accent1_2" csCatId="accent1" phldr="1"/>
      <dgm:spPr/>
      <dgm:t>
        <a:bodyPr/>
        <a:lstStyle/>
        <a:p>
          <a:endParaRPr lang="en-GB"/>
        </a:p>
      </dgm:t>
    </dgm:pt>
    <dgm:pt modelId="{7C34A391-6AD4-4E7D-8385-596522A87FA1}">
      <dgm:prSet phldrT="[Text]"/>
      <dgm:spPr/>
      <dgm:t>
        <a:bodyPr/>
        <a:lstStyle/>
        <a:p>
          <a:r>
            <a:rPr lang="en-GB" b="1" dirty="0"/>
            <a:t>Global Household Penetration: Estimated at 77.6% for 2025, with expectations to hit 92.5% by 2029.</a:t>
          </a:r>
        </a:p>
      </dgm:t>
    </dgm:pt>
    <dgm:pt modelId="{6E4E1705-DCCA-49EC-A86B-A5E917B3E03D}" type="parTrans" cxnId="{1E94BED7-9C53-4932-81A3-9E4DDA387944}">
      <dgm:prSet/>
      <dgm:spPr/>
      <dgm:t>
        <a:bodyPr/>
        <a:lstStyle/>
        <a:p>
          <a:endParaRPr lang="en-GB"/>
        </a:p>
      </dgm:t>
    </dgm:pt>
    <dgm:pt modelId="{F6F12610-50B5-41CF-BD9F-39D28D81A640}" type="sibTrans" cxnId="{1E94BED7-9C53-4932-81A3-9E4DDA387944}">
      <dgm:prSet/>
      <dgm:spPr/>
      <dgm:t>
        <a:bodyPr/>
        <a:lstStyle/>
        <a:p>
          <a:endParaRPr lang="en-GB"/>
        </a:p>
      </dgm:t>
    </dgm:pt>
    <dgm:pt modelId="{467347D6-349C-4C8D-A1CF-9E6B75E19B6B}">
      <dgm:prSet phldrT="[Text]"/>
      <dgm:spPr/>
      <dgm:t>
        <a:bodyPr/>
        <a:lstStyle/>
        <a:p>
          <a:r>
            <a:rPr lang="en-GB" b="1" dirty="0"/>
            <a:t>Primary Drivers: Security and home automation sub-segments dominate, holding a 41.3% market share.</a:t>
          </a:r>
        </a:p>
      </dgm:t>
    </dgm:pt>
    <dgm:pt modelId="{86D0F027-D5EA-413C-9B67-135270C40025}" type="parTrans" cxnId="{83BCA60B-B0FB-44A1-8383-0E08929CA2B5}">
      <dgm:prSet/>
      <dgm:spPr/>
      <dgm:t>
        <a:bodyPr/>
        <a:lstStyle/>
        <a:p>
          <a:endParaRPr lang="en-GB"/>
        </a:p>
      </dgm:t>
    </dgm:pt>
    <dgm:pt modelId="{4E900F54-9A09-4166-8339-9BE25A30ABE5}" type="sibTrans" cxnId="{83BCA60B-B0FB-44A1-8383-0E08929CA2B5}">
      <dgm:prSet/>
      <dgm:spPr/>
      <dgm:t>
        <a:bodyPr/>
        <a:lstStyle/>
        <a:p>
          <a:endParaRPr lang="en-GB"/>
        </a:p>
      </dgm:t>
    </dgm:pt>
    <dgm:pt modelId="{DC28A9DC-1C69-416D-B90B-508BF570965F}">
      <dgm:prSet phldrT="[Text]"/>
      <dgm:spPr/>
      <dgm:t>
        <a:bodyPr/>
        <a:lstStyle/>
        <a:p>
          <a:r>
            <a:rPr lang="en-GB" b="1" dirty="0"/>
            <a:t>Dominant Technologies: Wi-Fi remains the primary connectivity standard, accounting for over 48.6% of the market share.</a:t>
          </a:r>
        </a:p>
      </dgm:t>
    </dgm:pt>
    <dgm:pt modelId="{707FD4F7-D7E1-404B-BFB4-4FC1789B9989}" type="parTrans" cxnId="{56A246F5-4EE1-4012-AC34-E4EE77987465}">
      <dgm:prSet/>
      <dgm:spPr/>
      <dgm:t>
        <a:bodyPr/>
        <a:lstStyle/>
        <a:p>
          <a:endParaRPr lang="en-GB"/>
        </a:p>
      </dgm:t>
    </dgm:pt>
    <dgm:pt modelId="{EF08C631-ACEE-4D9D-8C79-F37C8625C3B5}" type="sibTrans" cxnId="{56A246F5-4EE1-4012-AC34-E4EE77987465}">
      <dgm:prSet/>
      <dgm:spPr/>
      <dgm:t>
        <a:bodyPr/>
        <a:lstStyle/>
        <a:p>
          <a:endParaRPr lang="en-GB"/>
        </a:p>
      </dgm:t>
    </dgm:pt>
    <dgm:pt modelId="{5B28829A-3F3C-4E10-8F59-E664044C5ED4}">
      <dgm:prSet phldrT="[Text]"/>
      <dgm:spPr/>
      <dgm:t>
        <a:bodyPr/>
        <a:lstStyle/>
        <a:p>
          <a:r>
            <a:rPr lang="en-GB" b="1" dirty="0"/>
            <a:t>Growth Outlook: The global smart home market is projected to grow from roughly $162 billion in 2025 to over $1.4 trillion by 2034.</a:t>
          </a:r>
        </a:p>
      </dgm:t>
    </dgm:pt>
    <dgm:pt modelId="{3DCB6F71-C9EB-4D4B-932B-024011D52852}" type="parTrans" cxnId="{FE5FC567-CF33-40E5-A60F-C1060E39621B}">
      <dgm:prSet/>
      <dgm:spPr/>
      <dgm:t>
        <a:bodyPr/>
        <a:lstStyle/>
        <a:p>
          <a:endParaRPr lang="en-GB"/>
        </a:p>
      </dgm:t>
    </dgm:pt>
    <dgm:pt modelId="{997EEF2D-DC93-406C-97B8-854D929BBF3E}" type="sibTrans" cxnId="{FE5FC567-CF33-40E5-A60F-C1060E39621B}">
      <dgm:prSet/>
      <dgm:spPr/>
      <dgm:t>
        <a:bodyPr/>
        <a:lstStyle/>
        <a:p>
          <a:endParaRPr lang="en-GB"/>
        </a:p>
      </dgm:t>
    </dgm:pt>
    <dgm:pt modelId="{2900CC28-2B51-49BB-9564-DBFCAE0100C0}" type="pres">
      <dgm:prSet presAssocID="{AA5B587A-BEAC-4483-B4A4-70CDEC4ABA6B}" presName="Name0" presStyleCnt="0">
        <dgm:presLayoutVars>
          <dgm:dir/>
          <dgm:resizeHandles val="exact"/>
        </dgm:presLayoutVars>
      </dgm:prSet>
      <dgm:spPr/>
    </dgm:pt>
    <dgm:pt modelId="{2ED91307-6DE3-44A7-9D92-C73FFC008F50}" type="pres">
      <dgm:prSet presAssocID="{7C34A391-6AD4-4E7D-8385-596522A87FA1}" presName="compNode" presStyleCnt="0"/>
      <dgm:spPr/>
    </dgm:pt>
    <dgm:pt modelId="{29429A25-7B28-4541-BD7F-16DC511C66C4}" type="pres">
      <dgm:prSet presAssocID="{7C34A391-6AD4-4E7D-8385-596522A87FA1}" presName="pict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t="-23000" b="-23000"/>
          </a:stretch>
        </a:blipFill>
      </dgm:spPr>
      <dgm:extLst>
        <a:ext uri="{E40237B7-FDA0-4F09-8148-C483321AD2D9}">
          <dgm14:cNvPr xmlns:dgm14="http://schemas.microsoft.com/office/drawing/2010/diagram" id="0" name="" descr="Handshake outline"/>
        </a:ext>
      </dgm:extLst>
    </dgm:pt>
    <dgm:pt modelId="{51B74C40-A978-4755-AF17-F0973D35C853}" type="pres">
      <dgm:prSet presAssocID="{7C34A391-6AD4-4E7D-8385-596522A87FA1}" presName="textRect" presStyleLbl="revTx" presStyleIdx="0" presStyleCnt="4">
        <dgm:presLayoutVars>
          <dgm:bulletEnabled val="1"/>
        </dgm:presLayoutVars>
      </dgm:prSet>
      <dgm:spPr/>
    </dgm:pt>
    <dgm:pt modelId="{B2DE49B2-E3A2-4BD4-8468-CE2DB7FF6AD4}" type="pres">
      <dgm:prSet presAssocID="{F6F12610-50B5-41CF-BD9F-39D28D81A640}" presName="sibTrans" presStyleLbl="sibTrans2D1" presStyleIdx="0" presStyleCnt="0"/>
      <dgm:spPr/>
    </dgm:pt>
    <dgm:pt modelId="{AB35A286-47D1-4F41-BF40-E7445A6A367D}" type="pres">
      <dgm:prSet presAssocID="{467347D6-349C-4C8D-A1CF-9E6B75E19B6B}" presName="compNode" presStyleCnt="0"/>
      <dgm:spPr/>
    </dgm:pt>
    <dgm:pt modelId="{995FEBC4-3D74-4AF1-B6CC-881267A15338}" type="pres">
      <dgm:prSet presAssocID="{467347D6-349C-4C8D-A1CF-9E6B75E19B6B}" presName="pict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t="-23000" b="-23000"/>
          </a:stretch>
        </a:blipFill>
      </dgm:spPr>
      <dgm:extLst>
        <a:ext uri="{E40237B7-FDA0-4F09-8148-C483321AD2D9}">
          <dgm14:cNvPr xmlns:dgm14="http://schemas.microsoft.com/office/drawing/2010/diagram" id="0" name="" descr="Security camera outline"/>
        </a:ext>
      </dgm:extLst>
    </dgm:pt>
    <dgm:pt modelId="{A3A819D8-5B9C-47A2-B90F-DE754AD8F37E}" type="pres">
      <dgm:prSet presAssocID="{467347D6-349C-4C8D-A1CF-9E6B75E19B6B}" presName="textRect" presStyleLbl="revTx" presStyleIdx="1" presStyleCnt="4">
        <dgm:presLayoutVars>
          <dgm:bulletEnabled val="1"/>
        </dgm:presLayoutVars>
      </dgm:prSet>
      <dgm:spPr/>
    </dgm:pt>
    <dgm:pt modelId="{B7DAA6F4-D3C9-4F0C-A4E7-C07793F66118}" type="pres">
      <dgm:prSet presAssocID="{4E900F54-9A09-4166-8339-9BE25A30ABE5}" presName="sibTrans" presStyleLbl="sibTrans2D1" presStyleIdx="0" presStyleCnt="0"/>
      <dgm:spPr/>
    </dgm:pt>
    <dgm:pt modelId="{7D4C6C80-126D-4289-B2B9-5FE9C9D8BEFA}" type="pres">
      <dgm:prSet presAssocID="{DC28A9DC-1C69-416D-B90B-508BF570965F}" presName="compNode" presStyleCnt="0"/>
      <dgm:spPr/>
    </dgm:pt>
    <dgm:pt modelId="{344A3C5C-CA8D-4C86-B764-66A21BB225E9}" type="pres">
      <dgm:prSet presAssocID="{DC28A9DC-1C69-416D-B90B-508BF570965F}" presName="pict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t="-23000" b="-23000"/>
          </a:stretch>
        </a:blipFill>
      </dgm:spPr>
      <dgm:extLst>
        <a:ext uri="{E40237B7-FDA0-4F09-8148-C483321AD2D9}">
          <dgm14:cNvPr xmlns:dgm14="http://schemas.microsoft.com/office/drawing/2010/diagram" id="0" name="" descr="Wireless router outline"/>
        </a:ext>
      </dgm:extLst>
    </dgm:pt>
    <dgm:pt modelId="{C851F1FE-7105-409E-B9DC-23CBDE00B5A4}" type="pres">
      <dgm:prSet presAssocID="{DC28A9DC-1C69-416D-B90B-508BF570965F}" presName="textRect" presStyleLbl="revTx" presStyleIdx="2" presStyleCnt="4">
        <dgm:presLayoutVars>
          <dgm:bulletEnabled val="1"/>
        </dgm:presLayoutVars>
      </dgm:prSet>
      <dgm:spPr/>
    </dgm:pt>
    <dgm:pt modelId="{AD5B047B-4E4C-41FB-892D-9232ECC82B60}" type="pres">
      <dgm:prSet presAssocID="{EF08C631-ACEE-4D9D-8C79-F37C8625C3B5}" presName="sibTrans" presStyleLbl="sibTrans2D1" presStyleIdx="0" presStyleCnt="0"/>
      <dgm:spPr/>
    </dgm:pt>
    <dgm:pt modelId="{FD81F144-1D24-463D-9D87-51C71238F620}" type="pres">
      <dgm:prSet presAssocID="{5B28829A-3F3C-4E10-8F59-E664044C5ED4}" presName="compNode" presStyleCnt="0"/>
      <dgm:spPr/>
    </dgm:pt>
    <dgm:pt modelId="{2F359F57-A732-4311-A5E0-A3D5C33CF265}" type="pres">
      <dgm:prSet presAssocID="{5B28829A-3F3C-4E10-8F59-E664044C5ED4}" presName="pictRect" presStyleLbl="nod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t="-23000" b="-23000"/>
          </a:stretch>
        </a:blipFill>
      </dgm:spPr>
      <dgm:extLst>
        <a:ext uri="{E40237B7-FDA0-4F09-8148-C483321AD2D9}">
          <dgm14:cNvPr xmlns:dgm14="http://schemas.microsoft.com/office/drawing/2010/diagram" id="0" name="" descr="Upward trend outline"/>
        </a:ext>
      </dgm:extLst>
    </dgm:pt>
    <dgm:pt modelId="{A067AC2A-ECEF-4538-88BE-0454CAEA49F0}" type="pres">
      <dgm:prSet presAssocID="{5B28829A-3F3C-4E10-8F59-E664044C5ED4}" presName="textRect" presStyleLbl="revTx" presStyleIdx="3" presStyleCnt="4">
        <dgm:presLayoutVars>
          <dgm:bulletEnabled val="1"/>
        </dgm:presLayoutVars>
      </dgm:prSet>
      <dgm:spPr/>
    </dgm:pt>
  </dgm:ptLst>
  <dgm:cxnLst>
    <dgm:cxn modelId="{83BCA60B-B0FB-44A1-8383-0E08929CA2B5}" srcId="{AA5B587A-BEAC-4483-B4A4-70CDEC4ABA6B}" destId="{467347D6-349C-4C8D-A1CF-9E6B75E19B6B}" srcOrd="1" destOrd="0" parTransId="{86D0F027-D5EA-413C-9B67-135270C40025}" sibTransId="{4E900F54-9A09-4166-8339-9BE25A30ABE5}"/>
    <dgm:cxn modelId="{7151B111-A002-4C4E-8A9D-A9B4EF56212B}" type="presOf" srcId="{467347D6-349C-4C8D-A1CF-9E6B75E19B6B}" destId="{A3A819D8-5B9C-47A2-B90F-DE754AD8F37E}" srcOrd="0" destOrd="0" presId="urn:microsoft.com/office/officeart/2005/8/layout/pList1"/>
    <dgm:cxn modelId="{19044D12-F381-4294-9FC3-80751AD3A2D7}" type="presOf" srcId="{DC28A9DC-1C69-416D-B90B-508BF570965F}" destId="{C851F1FE-7105-409E-B9DC-23CBDE00B5A4}" srcOrd="0" destOrd="0" presId="urn:microsoft.com/office/officeart/2005/8/layout/pList1"/>
    <dgm:cxn modelId="{8602281D-31FF-47EC-BEDD-D989C851C336}" type="presOf" srcId="{AA5B587A-BEAC-4483-B4A4-70CDEC4ABA6B}" destId="{2900CC28-2B51-49BB-9564-DBFCAE0100C0}" srcOrd="0" destOrd="0" presId="urn:microsoft.com/office/officeart/2005/8/layout/pList1"/>
    <dgm:cxn modelId="{FE5FC567-CF33-40E5-A60F-C1060E39621B}" srcId="{AA5B587A-BEAC-4483-B4A4-70CDEC4ABA6B}" destId="{5B28829A-3F3C-4E10-8F59-E664044C5ED4}" srcOrd="3" destOrd="0" parTransId="{3DCB6F71-C9EB-4D4B-932B-024011D52852}" sibTransId="{997EEF2D-DC93-406C-97B8-854D929BBF3E}"/>
    <dgm:cxn modelId="{11BA677E-8CA9-4860-B438-1FDF9A79C05B}" type="presOf" srcId="{F6F12610-50B5-41CF-BD9F-39D28D81A640}" destId="{B2DE49B2-E3A2-4BD4-8468-CE2DB7FF6AD4}" srcOrd="0" destOrd="0" presId="urn:microsoft.com/office/officeart/2005/8/layout/pList1"/>
    <dgm:cxn modelId="{E2604E96-E8A1-4F30-A621-D3C5B999DC7B}" type="presOf" srcId="{5B28829A-3F3C-4E10-8F59-E664044C5ED4}" destId="{A067AC2A-ECEF-4538-88BE-0454CAEA49F0}" srcOrd="0" destOrd="0" presId="urn:microsoft.com/office/officeart/2005/8/layout/pList1"/>
    <dgm:cxn modelId="{87387FB0-30BC-489D-83D3-303FDFFD2620}" type="presOf" srcId="{4E900F54-9A09-4166-8339-9BE25A30ABE5}" destId="{B7DAA6F4-D3C9-4F0C-A4E7-C07793F66118}" srcOrd="0" destOrd="0" presId="urn:microsoft.com/office/officeart/2005/8/layout/pList1"/>
    <dgm:cxn modelId="{164FE4C8-EE71-4FD4-959F-FEA22C3C0FA1}" type="presOf" srcId="{7C34A391-6AD4-4E7D-8385-596522A87FA1}" destId="{51B74C40-A978-4755-AF17-F0973D35C853}" srcOrd="0" destOrd="0" presId="urn:microsoft.com/office/officeart/2005/8/layout/pList1"/>
    <dgm:cxn modelId="{1E94BED7-9C53-4932-81A3-9E4DDA387944}" srcId="{AA5B587A-BEAC-4483-B4A4-70CDEC4ABA6B}" destId="{7C34A391-6AD4-4E7D-8385-596522A87FA1}" srcOrd="0" destOrd="0" parTransId="{6E4E1705-DCCA-49EC-A86B-A5E917B3E03D}" sibTransId="{F6F12610-50B5-41CF-BD9F-39D28D81A640}"/>
    <dgm:cxn modelId="{50B1F7E5-011F-4286-8DCE-7EDF2538CD11}" type="presOf" srcId="{EF08C631-ACEE-4D9D-8C79-F37C8625C3B5}" destId="{AD5B047B-4E4C-41FB-892D-9232ECC82B60}" srcOrd="0" destOrd="0" presId="urn:microsoft.com/office/officeart/2005/8/layout/pList1"/>
    <dgm:cxn modelId="{56A246F5-4EE1-4012-AC34-E4EE77987465}" srcId="{AA5B587A-BEAC-4483-B4A4-70CDEC4ABA6B}" destId="{DC28A9DC-1C69-416D-B90B-508BF570965F}" srcOrd="2" destOrd="0" parTransId="{707FD4F7-D7E1-404B-BFB4-4FC1789B9989}" sibTransId="{EF08C631-ACEE-4D9D-8C79-F37C8625C3B5}"/>
    <dgm:cxn modelId="{1060680E-7994-466F-A446-B738E38159F2}" type="presParOf" srcId="{2900CC28-2B51-49BB-9564-DBFCAE0100C0}" destId="{2ED91307-6DE3-44A7-9D92-C73FFC008F50}" srcOrd="0" destOrd="0" presId="urn:microsoft.com/office/officeart/2005/8/layout/pList1"/>
    <dgm:cxn modelId="{298A561C-821C-4237-A3CD-07FE86853B0A}" type="presParOf" srcId="{2ED91307-6DE3-44A7-9D92-C73FFC008F50}" destId="{29429A25-7B28-4541-BD7F-16DC511C66C4}" srcOrd="0" destOrd="0" presId="urn:microsoft.com/office/officeart/2005/8/layout/pList1"/>
    <dgm:cxn modelId="{9DF0C511-2EF4-4B49-AEEF-5F1AE1851FF3}" type="presParOf" srcId="{2ED91307-6DE3-44A7-9D92-C73FFC008F50}" destId="{51B74C40-A978-4755-AF17-F0973D35C853}" srcOrd="1" destOrd="0" presId="urn:microsoft.com/office/officeart/2005/8/layout/pList1"/>
    <dgm:cxn modelId="{B72CD858-0E8B-4E76-A744-7F79146F6DA2}" type="presParOf" srcId="{2900CC28-2B51-49BB-9564-DBFCAE0100C0}" destId="{B2DE49B2-E3A2-4BD4-8468-CE2DB7FF6AD4}" srcOrd="1" destOrd="0" presId="urn:microsoft.com/office/officeart/2005/8/layout/pList1"/>
    <dgm:cxn modelId="{34FCC823-61E5-429E-8404-3FD5E5A20A9D}" type="presParOf" srcId="{2900CC28-2B51-49BB-9564-DBFCAE0100C0}" destId="{AB35A286-47D1-4F41-BF40-E7445A6A367D}" srcOrd="2" destOrd="0" presId="urn:microsoft.com/office/officeart/2005/8/layout/pList1"/>
    <dgm:cxn modelId="{815AAE98-0CCE-4B33-819F-67B19DF149FE}" type="presParOf" srcId="{AB35A286-47D1-4F41-BF40-E7445A6A367D}" destId="{995FEBC4-3D74-4AF1-B6CC-881267A15338}" srcOrd="0" destOrd="0" presId="urn:microsoft.com/office/officeart/2005/8/layout/pList1"/>
    <dgm:cxn modelId="{5355D161-1100-49E3-8956-FE19C4D3F040}" type="presParOf" srcId="{AB35A286-47D1-4F41-BF40-E7445A6A367D}" destId="{A3A819D8-5B9C-47A2-B90F-DE754AD8F37E}" srcOrd="1" destOrd="0" presId="urn:microsoft.com/office/officeart/2005/8/layout/pList1"/>
    <dgm:cxn modelId="{1363FCA8-8B01-464D-B904-933B6DC21C4A}" type="presParOf" srcId="{2900CC28-2B51-49BB-9564-DBFCAE0100C0}" destId="{B7DAA6F4-D3C9-4F0C-A4E7-C07793F66118}" srcOrd="3" destOrd="0" presId="urn:microsoft.com/office/officeart/2005/8/layout/pList1"/>
    <dgm:cxn modelId="{4CC50845-B94C-4A87-9989-74D761E77DAC}" type="presParOf" srcId="{2900CC28-2B51-49BB-9564-DBFCAE0100C0}" destId="{7D4C6C80-126D-4289-B2B9-5FE9C9D8BEFA}" srcOrd="4" destOrd="0" presId="urn:microsoft.com/office/officeart/2005/8/layout/pList1"/>
    <dgm:cxn modelId="{FF9531EF-747F-48B1-BCCE-F1A2E59878CB}" type="presParOf" srcId="{7D4C6C80-126D-4289-B2B9-5FE9C9D8BEFA}" destId="{344A3C5C-CA8D-4C86-B764-66A21BB225E9}" srcOrd="0" destOrd="0" presId="urn:microsoft.com/office/officeart/2005/8/layout/pList1"/>
    <dgm:cxn modelId="{A41E8EA2-3865-4E4F-8226-87FFAF313BAF}" type="presParOf" srcId="{7D4C6C80-126D-4289-B2B9-5FE9C9D8BEFA}" destId="{C851F1FE-7105-409E-B9DC-23CBDE00B5A4}" srcOrd="1" destOrd="0" presId="urn:microsoft.com/office/officeart/2005/8/layout/pList1"/>
    <dgm:cxn modelId="{F6D759FD-F690-448A-B079-69FDFDBC0EEB}" type="presParOf" srcId="{2900CC28-2B51-49BB-9564-DBFCAE0100C0}" destId="{AD5B047B-4E4C-41FB-892D-9232ECC82B60}" srcOrd="5" destOrd="0" presId="urn:microsoft.com/office/officeart/2005/8/layout/pList1"/>
    <dgm:cxn modelId="{1C6CA332-11A5-4302-9A17-2CBAB8B7BBD2}" type="presParOf" srcId="{2900CC28-2B51-49BB-9564-DBFCAE0100C0}" destId="{FD81F144-1D24-463D-9D87-51C71238F620}" srcOrd="6" destOrd="0" presId="urn:microsoft.com/office/officeart/2005/8/layout/pList1"/>
    <dgm:cxn modelId="{934C6BB4-A0BD-4005-AE30-CDDA880EED8A}" type="presParOf" srcId="{FD81F144-1D24-463D-9D87-51C71238F620}" destId="{2F359F57-A732-4311-A5E0-A3D5C33CF265}" srcOrd="0" destOrd="0" presId="urn:microsoft.com/office/officeart/2005/8/layout/pList1"/>
    <dgm:cxn modelId="{696B077A-2DBC-4CDB-B07A-AB5F8468D507}" type="presParOf" srcId="{FD81F144-1D24-463D-9D87-51C71238F620}" destId="{A067AC2A-ECEF-4538-88BE-0454CAEA49F0}" srcOrd="1" destOrd="0" presId="urn:microsoft.com/office/officeart/2005/8/layout/p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EE4B95E-2AAB-4E47-8A99-C8530B5EA230}"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7C74E6DD-F5A2-40C4-A006-A0BB497D3220}">
      <dgm:prSet/>
      <dgm:spPr/>
      <dgm:t>
        <a:bodyPr/>
        <a:lstStyle/>
        <a:p>
          <a:pPr>
            <a:lnSpc>
              <a:spcPct val="100000"/>
            </a:lnSpc>
          </a:pPr>
          <a:r>
            <a:rPr lang="en-GB" b="1" dirty="0"/>
            <a:t>Increasing Consumer Demand for Home Automation</a:t>
          </a:r>
          <a:r>
            <a:rPr lang="en-GB" dirty="0"/>
            <a:t>.</a:t>
          </a:r>
          <a:endParaRPr lang="en-US" dirty="0"/>
        </a:p>
      </dgm:t>
    </dgm:pt>
    <dgm:pt modelId="{C2DACCD3-87FD-45FF-B048-A174A7484026}" type="parTrans" cxnId="{368A8696-B116-4973-AED2-84EC3329A22D}">
      <dgm:prSet/>
      <dgm:spPr/>
      <dgm:t>
        <a:bodyPr/>
        <a:lstStyle/>
        <a:p>
          <a:endParaRPr lang="en-US"/>
        </a:p>
      </dgm:t>
    </dgm:pt>
    <dgm:pt modelId="{6E806D06-6EAB-431E-85B1-AE3B2E58ED23}" type="sibTrans" cxnId="{368A8696-B116-4973-AED2-84EC3329A22D}">
      <dgm:prSet/>
      <dgm:spPr/>
      <dgm:t>
        <a:bodyPr/>
        <a:lstStyle/>
        <a:p>
          <a:pPr>
            <a:lnSpc>
              <a:spcPct val="100000"/>
            </a:lnSpc>
          </a:pPr>
          <a:endParaRPr lang="en-US"/>
        </a:p>
      </dgm:t>
    </dgm:pt>
    <dgm:pt modelId="{D723616A-94D3-486E-B018-89AADA865D5D}">
      <dgm:prSet/>
      <dgm:spPr/>
      <dgm:t>
        <a:bodyPr/>
        <a:lstStyle/>
        <a:p>
          <a:pPr>
            <a:lnSpc>
              <a:spcPct val="100000"/>
            </a:lnSpc>
          </a:pPr>
          <a:r>
            <a:rPr lang="en-GB" b="1" dirty="0"/>
            <a:t>Rising Awareness of Energy Efficiency.</a:t>
          </a:r>
          <a:endParaRPr lang="en-US" dirty="0"/>
        </a:p>
      </dgm:t>
    </dgm:pt>
    <dgm:pt modelId="{F192D9E3-FD83-4708-9FA1-96BC0D547C71}" type="parTrans" cxnId="{5FA69B1F-FDBA-4F82-B8C8-14AA46AA68A5}">
      <dgm:prSet/>
      <dgm:spPr/>
      <dgm:t>
        <a:bodyPr/>
        <a:lstStyle/>
        <a:p>
          <a:endParaRPr lang="en-US"/>
        </a:p>
      </dgm:t>
    </dgm:pt>
    <dgm:pt modelId="{C62E72F1-7BA5-4EAB-B7EB-D514071B6B48}" type="sibTrans" cxnId="{5FA69B1F-FDBA-4F82-B8C8-14AA46AA68A5}">
      <dgm:prSet/>
      <dgm:spPr/>
      <dgm:t>
        <a:bodyPr/>
        <a:lstStyle/>
        <a:p>
          <a:pPr>
            <a:lnSpc>
              <a:spcPct val="100000"/>
            </a:lnSpc>
          </a:pPr>
          <a:endParaRPr lang="en-US"/>
        </a:p>
      </dgm:t>
    </dgm:pt>
    <dgm:pt modelId="{D33A7806-CEE0-49F5-AB8B-BA51552643FE}">
      <dgm:prSet/>
      <dgm:spPr/>
      <dgm:t>
        <a:bodyPr/>
        <a:lstStyle/>
        <a:p>
          <a:pPr>
            <a:lnSpc>
              <a:spcPct val="100000"/>
            </a:lnSpc>
          </a:pPr>
          <a:r>
            <a:rPr lang="en-GB" b="1"/>
            <a:t>Technological Advancements in IoT.</a:t>
          </a:r>
          <a:endParaRPr lang="en-US"/>
        </a:p>
      </dgm:t>
    </dgm:pt>
    <dgm:pt modelId="{99F85A1B-2A46-4DE0-9F2E-A0C66E04A0DB}" type="parTrans" cxnId="{F6270996-BB4F-4ED3-A4EA-5459F6B8FA26}">
      <dgm:prSet/>
      <dgm:spPr/>
      <dgm:t>
        <a:bodyPr/>
        <a:lstStyle/>
        <a:p>
          <a:endParaRPr lang="en-US"/>
        </a:p>
      </dgm:t>
    </dgm:pt>
    <dgm:pt modelId="{D71872F6-AF88-4CAA-85A1-3AC792B0271E}" type="sibTrans" cxnId="{F6270996-BB4F-4ED3-A4EA-5459F6B8FA26}">
      <dgm:prSet/>
      <dgm:spPr/>
      <dgm:t>
        <a:bodyPr/>
        <a:lstStyle/>
        <a:p>
          <a:endParaRPr lang="en-US"/>
        </a:p>
      </dgm:t>
    </dgm:pt>
    <dgm:pt modelId="{F88A55FE-EAF7-4097-8B5F-9DC4070E413C}" type="pres">
      <dgm:prSet presAssocID="{3EE4B95E-2AAB-4E47-8A99-C8530B5EA230}" presName="root" presStyleCnt="0">
        <dgm:presLayoutVars>
          <dgm:dir/>
          <dgm:resizeHandles val="exact"/>
        </dgm:presLayoutVars>
      </dgm:prSet>
      <dgm:spPr/>
    </dgm:pt>
    <dgm:pt modelId="{7E78C67C-6084-45F1-AA29-FC41E45BE31F}" type="pres">
      <dgm:prSet presAssocID="{3EE4B95E-2AAB-4E47-8A99-C8530B5EA230}" presName="container" presStyleCnt="0">
        <dgm:presLayoutVars>
          <dgm:dir/>
          <dgm:resizeHandles val="exact"/>
        </dgm:presLayoutVars>
      </dgm:prSet>
      <dgm:spPr/>
    </dgm:pt>
    <dgm:pt modelId="{39069410-CAB9-4E8C-9101-D74FAD0FE1B2}" type="pres">
      <dgm:prSet presAssocID="{7C74E6DD-F5A2-40C4-A006-A0BB497D3220}" presName="compNode" presStyleCnt="0"/>
      <dgm:spPr/>
    </dgm:pt>
    <dgm:pt modelId="{E8DCD95B-3739-4995-B010-0BC2BA756912}" type="pres">
      <dgm:prSet presAssocID="{7C74E6DD-F5A2-40C4-A006-A0BB497D3220}" presName="iconBgRect" presStyleLbl="bgShp" presStyleIdx="0" presStyleCnt="3"/>
      <dgm:spPr/>
    </dgm:pt>
    <dgm:pt modelId="{CF205879-FBCA-447B-9E19-1C5A7E66F4B3}" type="pres">
      <dgm:prSet presAssocID="{7C74E6DD-F5A2-40C4-A006-A0BB497D322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usiness Growth"/>
        </a:ext>
      </dgm:extLst>
    </dgm:pt>
    <dgm:pt modelId="{C0DB7A48-D85E-427D-BE8F-D72A3C2B19BD}" type="pres">
      <dgm:prSet presAssocID="{7C74E6DD-F5A2-40C4-A006-A0BB497D3220}" presName="spaceRect" presStyleCnt="0"/>
      <dgm:spPr/>
    </dgm:pt>
    <dgm:pt modelId="{51DC4364-F142-441B-9411-607858599ADF}" type="pres">
      <dgm:prSet presAssocID="{7C74E6DD-F5A2-40C4-A006-A0BB497D3220}" presName="textRect" presStyleLbl="revTx" presStyleIdx="0" presStyleCnt="3">
        <dgm:presLayoutVars>
          <dgm:chMax val="1"/>
          <dgm:chPref val="1"/>
        </dgm:presLayoutVars>
      </dgm:prSet>
      <dgm:spPr/>
    </dgm:pt>
    <dgm:pt modelId="{736A904C-6A42-4AEF-B8CC-9C36A86F9718}" type="pres">
      <dgm:prSet presAssocID="{6E806D06-6EAB-431E-85B1-AE3B2E58ED23}" presName="sibTrans" presStyleLbl="sibTrans2D1" presStyleIdx="0" presStyleCnt="0"/>
      <dgm:spPr/>
    </dgm:pt>
    <dgm:pt modelId="{A4D7AB23-EB5C-42A1-9D35-76C651C08839}" type="pres">
      <dgm:prSet presAssocID="{D723616A-94D3-486E-B018-89AADA865D5D}" presName="compNode" presStyleCnt="0"/>
      <dgm:spPr/>
    </dgm:pt>
    <dgm:pt modelId="{D3477DC8-61B7-47B1-B5AA-2B9CBEAF0024}" type="pres">
      <dgm:prSet presAssocID="{D723616A-94D3-486E-B018-89AADA865D5D}" presName="iconBgRect" presStyleLbl="bgShp" presStyleIdx="1" presStyleCnt="3"/>
      <dgm:spPr/>
    </dgm:pt>
    <dgm:pt modelId="{A85680D9-6888-46E4-B096-4D74E7A5170A}" type="pres">
      <dgm:prSet presAssocID="{D723616A-94D3-486E-B018-89AADA865D5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Lightbulb"/>
        </a:ext>
      </dgm:extLst>
    </dgm:pt>
    <dgm:pt modelId="{7AA8AC58-D329-4613-8C56-A6F8A7A48F99}" type="pres">
      <dgm:prSet presAssocID="{D723616A-94D3-486E-B018-89AADA865D5D}" presName="spaceRect" presStyleCnt="0"/>
      <dgm:spPr/>
    </dgm:pt>
    <dgm:pt modelId="{FD50680B-B437-4FD7-B3D1-FB04B825FE5F}" type="pres">
      <dgm:prSet presAssocID="{D723616A-94D3-486E-B018-89AADA865D5D}" presName="textRect" presStyleLbl="revTx" presStyleIdx="1" presStyleCnt="3">
        <dgm:presLayoutVars>
          <dgm:chMax val="1"/>
          <dgm:chPref val="1"/>
        </dgm:presLayoutVars>
      </dgm:prSet>
      <dgm:spPr/>
    </dgm:pt>
    <dgm:pt modelId="{075B19E3-99C5-4E8F-B98C-7C1D71AC976A}" type="pres">
      <dgm:prSet presAssocID="{C62E72F1-7BA5-4EAB-B7EB-D514071B6B48}" presName="sibTrans" presStyleLbl="sibTrans2D1" presStyleIdx="0" presStyleCnt="0"/>
      <dgm:spPr/>
    </dgm:pt>
    <dgm:pt modelId="{562E6CD3-0987-42B0-9530-ABBF53758D35}" type="pres">
      <dgm:prSet presAssocID="{D33A7806-CEE0-49F5-AB8B-BA51552643FE}" presName="compNode" presStyleCnt="0"/>
      <dgm:spPr/>
    </dgm:pt>
    <dgm:pt modelId="{38056485-750E-4254-AEA4-500FF339C03B}" type="pres">
      <dgm:prSet presAssocID="{D33A7806-CEE0-49F5-AB8B-BA51552643FE}" presName="iconBgRect" presStyleLbl="bgShp" presStyleIdx="2" presStyleCnt="3"/>
      <dgm:spPr/>
    </dgm:pt>
    <dgm:pt modelId="{626AE6D6-9594-4D74-AD88-8253AE210A5F}" type="pres">
      <dgm:prSet presAssocID="{D33A7806-CEE0-49F5-AB8B-BA51552643F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Wireless router"/>
        </a:ext>
      </dgm:extLst>
    </dgm:pt>
    <dgm:pt modelId="{CC39A498-3CD3-480A-BD8E-8F2E1830E6BC}" type="pres">
      <dgm:prSet presAssocID="{D33A7806-CEE0-49F5-AB8B-BA51552643FE}" presName="spaceRect" presStyleCnt="0"/>
      <dgm:spPr/>
    </dgm:pt>
    <dgm:pt modelId="{9B2DDCF1-9864-4375-8E6B-03499045A550}" type="pres">
      <dgm:prSet presAssocID="{D33A7806-CEE0-49F5-AB8B-BA51552643FE}" presName="textRect" presStyleLbl="revTx" presStyleIdx="2" presStyleCnt="3">
        <dgm:presLayoutVars>
          <dgm:chMax val="1"/>
          <dgm:chPref val="1"/>
        </dgm:presLayoutVars>
      </dgm:prSet>
      <dgm:spPr/>
    </dgm:pt>
  </dgm:ptLst>
  <dgm:cxnLst>
    <dgm:cxn modelId="{8BF98503-A08D-4D6B-8266-949533428A5E}" type="presOf" srcId="{3EE4B95E-2AAB-4E47-8A99-C8530B5EA230}" destId="{F88A55FE-EAF7-4097-8B5F-9DC4070E413C}" srcOrd="0" destOrd="0" presId="urn:microsoft.com/office/officeart/2018/2/layout/IconCircleList"/>
    <dgm:cxn modelId="{5FA69B1F-FDBA-4F82-B8C8-14AA46AA68A5}" srcId="{3EE4B95E-2AAB-4E47-8A99-C8530B5EA230}" destId="{D723616A-94D3-486E-B018-89AADA865D5D}" srcOrd="1" destOrd="0" parTransId="{F192D9E3-FD83-4708-9FA1-96BC0D547C71}" sibTransId="{C62E72F1-7BA5-4EAB-B7EB-D514071B6B48}"/>
    <dgm:cxn modelId="{08A4193C-700E-4221-9EA3-AB61F7B69BA1}" type="presOf" srcId="{D33A7806-CEE0-49F5-AB8B-BA51552643FE}" destId="{9B2DDCF1-9864-4375-8E6B-03499045A550}" srcOrd="0" destOrd="0" presId="urn:microsoft.com/office/officeart/2018/2/layout/IconCircleList"/>
    <dgm:cxn modelId="{473A7A62-7EF8-44B5-899F-18BDC6E54A3E}" type="presOf" srcId="{7C74E6DD-F5A2-40C4-A006-A0BB497D3220}" destId="{51DC4364-F142-441B-9411-607858599ADF}" srcOrd="0" destOrd="0" presId="urn:microsoft.com/office/officeart/2018/2/layout/IconCircleList"/>
    <dgm:cxn modelId="{F6270996-BB4F-4ED3-A4EA-5459F6B8FA26}" srcId="{3EE4B95E-2AAB-4E47-8A99-C8530B5EA230}" destId="{D33A7806-CEE0-49F5-AB8B-BA51552643FE}" srcOrd="2" destOrd="0" parTransId="{99F85A1B-2A46-4DE0-9F2E-A0C66E04A0DB}" sibTransId="{D71872F6-AF88-4CAA-85A1-3AC792B0271E}"/>
    <dgm:cxn modelId="{368A8696-B116-4973-AED2-84EC3329A22D}" srcId="{3EE4B95E-2AAB-4E47-8A99-C8530B5EA230}" destId="{7C74E6DD-F5A2-40C4-A006-A0BB497D3220}" srcOrd="0" destOrd="0" parTransId="{C2DACCD3-87FD-45FF-B048-A174A7484026}" sibTransId="{6E806D06-6EAB-431E-85B1-AE3B2E58ED23}"/>
    <dgm:cxn modelId="{4FB76CB7-957C-4E00-A35C-BEA3EB4514AD}" type="presOf" srcId="{C62E72F1-7BA5-4EAB-B7EB-D514071B6B48}" destId="{075B19E3-99C5-4E8F-B98C-7C1D71AC976A}" srcOrd="0" destOrd="0" presId="urn:microsoft.com/office/officeart/2018/2/layout/IconCircleList"/>
    <dgm:cxn modelId="{22B346D6-59DF-47AF-9838-CEAA9FB413CC}" type="presOf" srcId="{6E806D06-6EAB-431E-85B1-AE3B2E58ED23}" destId="{736A904C-6A42-4AEF-B8CC-9C36A86F9718}" srcOrd="0" destOrd="0" presId="urn:microsoft.com/office/officeart/2018/2/layout/IconCircleList"/>
    <dgm:cxn modelId="{430AFEFA-7703-4529-BFA2-C779D59861C9}" type="presOf" srcId="{D723616A-94D3-486E-B018-89AADA865D5D}" destId="{FD50680B-B437-4FD7-B3D1-FB04B825FE5F}" srcOrd="0" destOrd="0" presId="urn:microsoft.com/office/officeart/2018/2/layout/IconCircleList"/>
    <dgm:cxn modelId="{0C019807-EAEE-404A-BFA9-445210D542E5}" type="presParOf" srcId="{F88A55FE-EAF7-4097-8B5F-9DC4070E413C}" destId="{7E78C67C-6084-45F1-AA29-FC41E45BE31F}" srcOrd="0" destOrd="0" presId="urn:microsoft.com/office/officeart/2018/2/layout/IconCircleList"/>
    <dgm:cxn modelId="{31DCF5EE-6539-49BB-9A23-294B4DD63041}" type="presParOf" srcId="{7E78C67C-6084-45F1-AA29-FC41E45BE31F}" destId="{39069410-CAB9-4E8C-9101-D74FAD0FE1B2}" srcOrd="0" destOrd="0" presId="urn:microsoft.com/office/officeart/2018/2/layout/IconCircleList"/>
    <dgm:cxn modelId="{4681D5D0-AD78-405E-987C-0754AD3C0002}" type="presParOf" srcId="{39069410-CAB9-4E8C-9101-D74FAD0FE1B2}" destId="{E8DCD95B-3739-4995-B010-0BC2BA756912}" srcOrd="0" destOrd="0" presId="urn:microsoft.com/office/officeart/2018/2/layout/IconCircleList"/>
    <dgm:cxn modelId="{9A4BE0E5-CE4D-4F9A-916B-6D88E3ED110E}" type="presParOf" srcId="{39069410-CAB9-4E8C-9101-D74FAD0FE1B2}" destId="{CF205879-FBCA-447B-9E19-1C5A7E66F4B3}" srcOrd="1" destOrd="0" presId="urn:microsoft.com/office/officeart/2018/2/layout/IconCircleList"/>
    <dgm:cxn modelId="{B9AA1284-8E26-4EF3-BC19-066781573746}" type="presParOf" srcId="{39069410-CAB9-4E8C-9101-D74FAD0FE1B2}" destId="{C0DB7A48-D85E-427D-BE8F-D72A3C2B19BD}" srcOrd="2" destOrd="0" presId="urn:microsoft.com/office/officeart/2018/2/layout/IconCircleList"/>
    <dgm:cxn modelId="{4E9CEEA4-5824-421A-B5EB-88D0F7D69E46}" type="presParOf" srcId="{39069410-CAB9-4E8C-9101-D74FAD0FE1B2}" destId="{51DC4364-F142-441B-9411-607858599ADF}" srcOrd="3" destOrd="0" presId="urn:microsoft.com/office/officeart/2018/2/layout/IconCircleList"/>
    <dgm:cxn modelId="{4692537F-1021-4DBF-81CE-16C0C94747BA}" type="presParOf" srcId="{7E78C67C-6084-45F1-AA29-FC41E45BE31F}" destId="{736A904C-6A42-4AEF-B8CC-9C36A86F9718}" srcOrd="1" destOrd="0" presId="urn:microsoft.com/office/officeart/2018/2/layout/IconCircleList"/>
    <dgm:cxn modelId="{43067A8D-1492-4C24-9CF6-F32F71439D7A}" type="presParOf" srcId="{7E78C67C-6084-45F1-AA29-FC41E45BE31F}" destId="{A4D7AB23-EB5C-42A1-9D35-76C651C08839}" srcOrd="2" destOrd="0" presId="urn:microsoft.com/office/officeart/2018/2/layout/IconCircleList"/>
    <dgm:cxn modelId="{10CB9071-8C68-4E49-99BC-46ECD022B20F}" type="presParOf" srcId="{A4D7AB23-EB5C-42A1-9D35-76C651C08839}" destId="{D3477DC8-61B7-47B1-B5AA-2B9CBEAF0024}" srcOrd="0" destOrd="0" presId="urn:microsoft.com/office/officeart/2018/2/layout/IconCircleList"/>
    <dgm:cxn modelId="{E7AE43D1-5E65-497E-B5DB-F44F66EA8E47}" type="presParOf" srcId="{A4D7AB23-EB5C-42A1-9D35-76C651C08839}" destId="{A85680D9-6888-46E4-B096-4D74E7A5170A}" srcOrd="1" destOrd="0" presId="urn:microsoft.com/office/officeart/2018/2/layout/IconCircleList"/>
    <dgm:cxn modelId="{F9E4ED0B-6DF1-4A88-A829-6EBD77F8CFCC}" type="presParOf" srcId="{A4D7AB23-EB5C-42A1-9D35-76C651C08839}" destId="{7AA8AC58-D329-4613-8C56-A6F8A7A48F99}" srcOrd="2" destOrd="0" presId="urn:microsoft.com/office/officeart/2018/2/layout/IconCircleList"/>
    <dgm:cxn modelId="{6ECAADC8-70C9-4F2B-BC93-471C10998C5C}" type="presParOf" srcId="{A4D7AB23-EB5C-42A1-9D35-76C651C08839}" destId="{FD50680B-B437-4FD7-B3D1-FB04B825FE5F}" srcOrd="3" destOrd="0" presId="urn:microsoft.com/office/officeart/2018/2/layout/IconCircleList"/>
    <dgm:cxn modelId="{51F78CA6-13F8-40FB-B6BA-F6C6E7656940}" type="presParOf" srcId="{7E78C67C-6084-45F1-AA29-FC41E45BE31F}" destId="{075B19E3-99C5-4E8F-B98C-7C1D71AC976A}" srcOrd="3" destOrd="0" presId="urn:microsoft.com/office/officeart/2018/2/layout/IconCircleList"/>
    <dgm:cxn modelId="{894C4C32-A851-4E95-A41F-9D44D953A91C}" type="presParOf" srcId="{7E78C67C-6084-45F1-AA29-FC41E45BE31F}" destId="{562E6CD3-0987-42B0-9530-ABBF53758D35}" srcOrd="4" destOrd="0" presId="urn:microsoft.com/office/officeart/2018/2/layout/IconCircleList"/>
    <dgm:cxn modelId="{B25131FF-4AE2-458C-A8D2-FD378173614E}" type="presParOf" srcId="{562E6CD3-0987-42B0-9530-ABBF53758D35}" destId="{38056485-750E-4254-AEA4-500FF339C03B}" srcOrd="0" destOrd="0" presId="urn:microsoft.com/office/officeart/2018/2/layout/IconCircleList"/>
    <dgm:cxn modelId="{9E03C9B2-4702-4C7A-9200-73EA66400960}" type="presParOf" srcId="{562E6CD3-0987-42B0-9530-ABBF53758D35}" destId="{626AE6D6-9594-4D74-AD88-8253AE210A5F}" srcOrd="1" destOrd="0" presId="urn:microsoft.com/office/officeart/2018/2/layout/IconCircleList"/>
    <dgm:cxn modelId="{5BA626A4-9767-4062-82A3-9D27E1801693}" type="presParOf" srcId="{562E6CD3-0987-42B0-9530-ABBF53758D35}" destId="{CC39A498-3CD3-480A-BD8E-8F2E1830E6BC}" srcOrd="2" destOrd="0" presId="urn:microsoft.com/office/officeart/2018/2/layout/IconCircleList"/>
    <dgm:cxn modelId="{61DE4062-ACDE-42D6-9F59-DE7E9508A35C}" type="presParOf" srcId="{562E6CD3-0987-42B0-9530-ABBF53758D35}" destId="{9B2DDCF1-9864-4375-8E6B-03499045A550}"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67783EB-CE76-4E55-8EDE-1D5EBB8FA6FE}"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C3227C01-A52D-4BB5-9CDE-CDB7F5F728CC}">
      <dgm:prSet/>
      <dgm:spPr/>
      <dgm:t>
        <a:bodyPr/>
        <a:lstStyle/>
        <a:p>
          <a:r>
            <a:rPr lang="en-US"/>
            <a:t>High initial investment costs.</a:t>
          </a:r>
        </a:p>
      </dgm:t>
    </dgm:pt>
    <dgm:pt modelId="{9FA476E3-106A-4023-8DE8-06DCC67F3914}" type="parTrans" cxnId="{591CC76B-9BB3-49AB-AE52-FC3D0C3EC242}">
      <dgm:prSet/>
      <dgm:spPr/>
      <dgm:t>
        <a:bodyPr/>
        <a:lstStyle/>
        <a:p>
          <a:endParaRPr lang="en-US"/>
        </a:p>
      </dgm:t>
    </dgm:pt>
    <dgm:pt modelId="{C3EE9F4F-E5D4-41E8-8F3A-9F582F132645}" type="sibTrans" cxnId="{591CC76B-9BB3-49AB-AE52-FC3D0C3EC242}">
      <dgm:prSet/>
      <dgm:spPr/>
      <dgm:t>
        <a:bodyPr/>
        <a:lstStyle/>
        <a:p>
          <a:endParaRPr lang="en-US"/>
        </a:p>
      </dgm:t>
    </dgm:pt>
    <dgm:pt modelId="{D65A1F3A-62C4-4E8D-80D6-3598CEFC50C2}">
      <dgm:prSet/>
      <dgm:spPr/>
      <dgm:t>
        <a:bodyPr/>
        <a:lstStyle/>
        <a:p>
          <a:r>
            <a:rPr lang="en-GB"/>
            <a:t>Lack of standardization in Smart Home Devices.</a:t>
          </a:r>
          <a:endParaRPr lang="en-US"/>
        </a:p>
      </dgm:t>
    </dgm:pt>
    <dgm:pt modelId="{8382DBE0-D697-4DCE-98DA-C49F4FF7E842}" type="parTrans" cxnId="{97BE9F6D-84A1-49BC-9CF8-282F70542F36}">
      <dgm:prSet/>
      <dgm:spPr/>
      <dgm:t>
        <a:bodyPr/>
        <a:lstStyle/>
        <a:p>
          <a:endParaRPr lang="en-US"/>
        </a:p>
      </dgm:t>
    </dgm:pt>
    <dgm:pt modelId="{8BEB1E28-EB8C-45EB-B4A8-C4848B80A17D}" type="sibTrans" cxnId="{97BE9F6D-84A1-49BC-9CF8-282F70542F36}">
      <dgm:prSet/>
      <dgm:spPr/>
      <dgm:t>
        <a:bodyPr/>
        <a:lstStyle/>
        <a:p>
          <a:endParaRPr lang="en-US"/>
        </a:p>
      </dgm:t>
    </dgm:pt>
    <dgm:pt modelId="{BE106794-205A-403E-8BE4-3A5469FECD28}">
      <dgm:prSet/>
      <dgm:spPr/>
      <dgm:t>
        <a:bodyPr/>
        <a:lstStyle/>
        <a:p>
          <a:r>
            <a:rPr lang="en-GB"/>
            <a:t>Security &amp; Privacy Concerns</a:t>
          </a:r>
          <a:endParaRPr lang="en-US"/>
        </a:p>
      </dgm:t>
    </dgm:pt>
    <dgm:pt modelId="{AD1B6E1D-20C8-4422-BCD8-9A5062C062E8}" type="parTrans" cxnId="{ADF265B2-646C-4F65-883E-34CD95FCB481}">
      <dgm:prSet/>
      <dgm:spPr/>
      <dgm:t>
        <a:bodyPr/>
        <a:lstStyle/>
        <a:p>
          <a:endParaRPr lang="en-US"/>
        </a:p>
      </dgm:t>
    </dgm:pt>
    <dgm:pt modelId="{9F9DA692-ACAC-4314-A91C-5950F2ABDDA8}" type="sibTrans" cxnId="{ADF265B2-646C-4F65-883E-34CD95FCB481}">
      <dgm:prSet/>
      <dgm:spPr/>
      <dgm:t>
        <a:bodyPr/>
        <a:lstStyle/>
        <a:p>
          <a:endParaRPr lang="en-US"/>
        </a:p>
      </dgm:t>
    </dgm:pt>
    <dgm:pt modelId="{A87FD418-BFE1-40FD-830C-E41BD5FB5597}" type="pres">
      <dgm:prSet presAssocID="{567783EB-CE76-4E55-8EDE-1D5EBB8FA6FE}" presName="root" presStyleCnt="0">
        <dgm:presLayoutVars>
          <dgm:dir/>
          <dgm:resizeHandles val="exact"/>
        </dgm:presLayoutVars>
      </dgm:prSet>
      <dgm:spPr/>
    </dgm:pt>
    <dgm:pt modelId="{67959E7A-60F8-484D-8500-A67F866F165E}" type="pres">
      <dgm:prSet presAssocID="{C3227C01-A52D-4BB5-9CDE-CDB7F5F728CC}" presName="compNode" presStyleCnt="0"/>
      <dgm:spPr/>
    </dgm:pt>
    <dgm:pt modelId="{125C6CA0-3C54-442A-98F5-E7AA4E2E3ADC}" type="pres">
      <dgm:prSet presAssocID="{C3227C01-A52D-4BB5-9CDE-CDB7F5F728C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ey"/>
        </a:ext>
      </dgm:extLst>
    </dgm:pt>
    <dgm:pt modelId="{ADC4F894-0B72-4A0A-B79D-C9322074DC5F}" type="pres">
      <dgm:prSet presAssocID="{C3227C01-A52D-4BB5-9CDE-CDB7F5F728CC}" presName="spaceRect" presStyleCnt="0"/>
      <dgm:spPr/>
    </dgm:pt>
    <dgm:pt modelId="{65C04F8F-D568-4CDB-9A78-A578EA28090A}" type="pres">
      <dgm:prSet presAssocID="{C3227C01-A52D-4BB5-9CDE-CDB7F5F728CC}" presName="textRect" presStyleLbl="revTx" presStyleIdx="0" presStyleCnt="3">
        <dgm:presLayoutVars>
          <dgm:chMax val="1"/>
          <dgm:chPref val="1"/>
        </dgm:presLayoutVars>
      </dgm:prSet>
      <dgm:spPr/>
    </dgm:pt>
    <dgm:pt modelId="{B338A4AF-649C-44B3-9AB9-CD76DAD773CC}" type="pres">
      <dgm:prSet presAssocID="{C3EE9F4F-E5D4-41E8-8F3A-9F582F132645}" presName="sibTrans" presStyleCnt="0"/>
      <dgm:spPr/>
    </dgm:pt>
    <dgm:pt modelId="{985CFB53-06E0-4BC5-93E4-8727044885A1}" type="pres">
      <dgm:prSet presAssocID="{D65A1F3A-62C4-4E8D-80D6-3598CEFC50C2}" presName="compNode" presStyleCnt="0"/>
      <dgm:spPr/>
    </dgm:pt>
    <dgm:pt modelId="{FE578E8A-9F18-401F-ADF7-61657E4E2C39}" type="pres">
      <dgm:prSet presAssocID="{D65A1F3A-62C4-4E8D-80D6-3598CEFC50C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ireless router"/>
        </a:ext>
      </dgm:extLst>
    </dgm:pt>
    <dgm:pt modelId="{46C7B187-7A7B-4A19-97C6-D76712C2C973}" type="pres">
      <dgm:prSet presAssocID="{D65A1F3A-62C4-4E8D-80D6-3598CEFC50C2}" presName="spaceRect" presStyleCnt="0"/>
      <dgm:spPr/>
    </dgm:pt>
    <dgm:pt modelId="{C1D1987A-B71E-417F-9008-BFB4C69EECBE}" type="pres">
      <dgm:prSet presAssocID="{D65A1F3A-62C4-4E8D-80D6-3598CEFC50C2}" presName="textRect" presStyleLbl="revTx" presStyleIdx="1" presStyleCnt="3">
        <dgm:presLayoutVars>
          <dgm:chMax val="1"/>
          <dgm:chPref val="1"/>
        </dgm:presLayoutVars>
      </dgm:prSet>
      <dgm:spPr/>
    </dgm:pt>
    <dgm:pt modelId="{EDE94B92-58BC-4C04-A542-6D16D00B9141}" type="pres">
      <dgm:prSet presAssocID="{8BEB1E28-EB8C-45EB-B4A8-C4848B80A17D}" presName="sibTrans" presStyleCnt="0"/>
      <dgm:spPr/>
    </dgm:pt>
    <dgm:pt modelId="{E9AA523E-730C-4086-854D-D659A4F234A7}" type="pres">
      <dgm:prSet presAssocID="{BE106794-205A-403E-8BE4-3A5469FECD28}" presName="compNode" presStyleCnt="0"/>
      <dgm:spPr/>
    </dgm:pt>
    <dgm:pt modelId="{24861B58-8539-4081-BC2C-06D8AA63B233}" type="pres">
      <dgm:prSet presAssocID="{BE106794-205A-403E-8BE4-3A5469FECD2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ecurity Camera Sign"/>
        </a:ext>
      </dgm:extLst>
    </dgm:pt>
    <dgm:pt modelId="{06282450-BD42-437A-8021-37EDFEE1EC74}" type="pres">
      <dgm:prSet presAssocID="{BE106794-205A-403E-8BE4-3A5469FECD28}" presName="spaceRect" presStyleCnt="0"/>
      <dgm:spPr/>
    </dgm:pt>
    <dgm:pt modelId="{CF788EA4-5717-4572-A3F4-FB602008D48A}" type="pres">
      <dgm:prSet presAssocID="{BE106794-205A-403E-8BE4-3A5469FECD28}" presName="textRect" presStyleLbl="revTx" presStyleIdx="2" presStyleCnt="3">
        <dgm:presLayoutVars>
          <dgm:chMax val="1"/>
          <dgm:chPref val="1"/>
        </dgm:presLayoutVars>
      </dgm:prSet>
      <dgm:spPr/>
    </dgm:pt>
  </dgm:ptLst>
  <dgm:cxnLst>
    <dgm:cxn modelId="{FF954518-D1EE-46DB-A009-D27DEAB538EE}" type="presOf" srcId="{BE106794-205A-403E-8BE4-3A5469FECD28}" destId="{CF788EA4-5717-4572-A3F4-FB602008D48A}" srcOrd="0" destOrd="0" presId="urn:microsoft.com/office/officeart/2018/2/layout/IconLabelList"/>
    <dgm:cxn modelId="{591CC76B-9BB3-49AB-AE52-FC3D0C3EC242}" srcId="{567783EB-CE76-4E55-8EDE-1D5EBB8FA6FE}" destId="{C3227C01-A52D-4BB5-9CDE-CDB7F5F728CC}" srcOrd="0" destOrd="0" parTransId="{9FA476E3-106A-4023-8DE8-06DCC67F3914}" sibTransId="{C3EE9F4F-E5D4-41E8-8F3A-9F582F132645}"/>
    <dgm:cxn modelId="{97BE9F6D-84A1-49BC-9CF8-282F70542F36}" srcId="{567783EB-CE76-4E55-8EDE-1D5EBB8FA6FE}" destId="{D65A1F3A-62C4-4E8D-80D6-3598CEFC50C2}" srcOrd="1" destOrd="0" parTransId="{8382DBE0-D697-4DCE-98DA-C49F4FF7E842}" sibTransId="{8BEB1E28-EB8C-45EB-B4A8-C4848B80A17D}"/>
    <dgm:cxn modelId="{F3C65050-58A2-4E4C-B895-8E8D237F25DF}" type="presOf" srcId="{C3227C01-A52D-4BB5-9CDE-CDB7F5F728CC}" destId="{65C04F8F-D568-4CDB-9A78-A578EA28090A}" srcOrd="0" destOrd="0" presId="urn:microsoft.com/office/officeart/2018/2/layout/IconLabelList"/>
    <dgm:cxn modelId="{32D1A891-B7AC-45FC-8BBC-8597A5BD6955}" type="presOf" srcId="{D65A1F3A-62C4-4E8D-80D6-3598CEFC50C2}" destId="{C1D1987A-B71E-417F-9008-BFB4C69EECBE}" srcOrd="0" destOrd="0" presId="urn:microsoft.com/office/officeart/2018/2/layout/IconLabelList"/>
    <dgm:cxn modelId="{90A55B9D-8C40-4EB9-942B-1931905EA5B0}" type="presOf" srcId="{567783EB-CE76-4E55-8EDE-1D5EBB8FA6FE}" destId="{A87FD418-BFE1-40FD-830C-E41BD5FB5597}" srcOrd="0" destOrd="0" presId="urn:microsoft.com/office/officeart/2018/2/layout/IconLabelList"/>
    <dgm:cxn modelId="{ADF265B2-646C-4F65-883E-34CD95FCB481}" srcId="{567783EB-CE76-4E55-8EDE-1D5EBB8FA6FE}" destId="{BE106794-205A-403E-8BE4-3A5469FECD28}" srcOrd="2" destOrd="0" parTransId="{AD1B6E1D-20C8-4422-BCD8-9A5062C062E8}" sibTransId="{9F9DA692-ACAC-4314-A91C-5950F2ABDDA8}"/>
    <dgm:cxn modelId="{A3F249D4-F8AB-4E01-BD56-D86DA446CF58}" type="presParOf" srcId="{A87FD418-BFE1-40FD-830C-E41BD5FB5597}" destId="{67959E7A-60F8-484D-8500-A67F866F165E}" srcOrd="0" destOrd="0" presId="urn:microsoft.com/office/officeart/2018/2/layout/IconLabelList"/>
    <dgm:cxn modelId="{1CD66711-8130-405C-A74C-5F9EBA03D8AF}" type="presParOf" srcId="{67959E7A-60F8-484D-8500-A67F866F165E}" destId="{125C6CA0-3C54-442A-98F5-E7AA4E2E3ADC}" srcOrd="0" destOrd="0" presId="urn:microsoft.com/office/officeart/2018/2/layout/IconLabelList"/>
    <dgm:cxn modelId="{80739F01-056B-4874-A18E-A93B621C22C4}" type="presParOf" srcId="{67959E7A-60F8-484D-8500-A67F866F165E}" destId="{ADC4F894-0B72-4A0A-B79D-C9322074DC5F}" srcOrd="1" destOrd="0" presId="urn:microsoft.com/office/officeart/2018/2/layout/IconLabelList"/>
    <dgm:cxn modelId="{69227095-C159-4F9A-9C0A-83C438382A59}" type="presParOf" srcId="{67959E7A-60F8-484D-8500-A67F866F165E}" destId="{65C04F8F-D568-4CDB-9A78-A578EA28090A}" srcOrd="2" destOrd="0" presId="urn:microsoft.com/office/officeart/2018/2/layout/IconLabelList"/>
    <dgm:cxn modelId="{4EFB9359-A204-48BA-8F23-5E8E71467014}" type="presParOf" srcId="{A87FD418-BFE1-40FD-830C-E41BD5FB5597}" destId="{B338A4AF-649C-44B3-9AB9-CD76DAD773CC}" srcOrd="1" destOrd="0" presId="urn:microsoft.com/office/officeart/2018/2/layout/IconLabelList"/>
    <dgm:cxn modelId="{50A7A893-339C-4BC0-BB29-A2AD4D4D5DBC}" type="presParOf" srcId="{A87FD418-BFE1-40FD-830C-E41BD5FB5597}" destId="{985CFB53-06E0-4BC5-93E4-8727044885A1}" srcOrd="2" destOrd="0" presId="urn:microsoft.com/office/officeart/2018/2/layout/IconLabelList"/>
    <dgm:cxn modelId="{0A2E360B-1B6E-4141-A07F-0A1D6CA7DC74}" type="presParOf" srcId="{985CFB53-06E0-4BC5-93E4-8727044885A1}" destId="{FE578E8A-9F18-401F-ADF7-61657E4E2C39}" srcOrd="0" destOrd="0" presId="urn:microsoft.com/office/officeart/2018/2/layout/IconLabelList"/>
    <dgm:cxn modelId="{4F63B819-0C5D-4FE9-A45C-589D00BA0629}" type="presParOf" srcId="{985CFB53-06E0-4BC5-93E4-8727044885A1}" destId="{46C7B187-7A7B-4A19-97C6-D76712C2C973}" srcOrd="1" destOrd="0" presId="urn:microsoft.com/office/officeart/2018/2/layout/IconLabelList"/>
    <dgm:cxn modelId="{CFA08728-57F8-4D79-A9C4-055FFA270CD7}" type="presParOf" srcId="{985CFB53-06E0-4BC5-93E4-8727044885A1}" destId="{C1D1987A-B71E-417F-9008-BFB4C69EECBE}" srcOrd="2" destOrd="0" presId="urn:microsoft.com/office/officeart/2018/2/layout/IconLabelList"/>
    <dgm:cxn modelId="{29F59A70-05C1-46D2-BCF7-8FD05F8CC926}" type="presParOf" srcId="{A87FD418-BFE1-40FD-830C-E41BD5FB5597}" destId="{EDE94B92-58BC-4C04-A542-6D16D00B9141}" srcOrd="3" destOrd="0" presId="urn:microsoft.com/office/officeart/2018/2/layout/IconLabelList"/>
    <dgm:cxn modelId="{51F7A5AE-A32C-421B-98A1-FA23B2069250}" type="presParOf" srcId="{A87FD418-BFE1-40FD-830C-E41BD5FB5597}" destId="{E9AA523E-730C-4086-854D-D659A4F234A7}" srcOrd="4" destOrd="0" presId="urn:microsoft.com/office/officeart/2018/2/layout/IconLabelList"/>
    <dgm:cxn modelId="{71CC4903-0A16-4B5C-93B2-B2537120D684}" type="presParOf" srcId="{E9AA523E-730C-4086-854D-D659A4F234A7}" destId="{24861B58-8539-4081-BC2C-06D8AA63B233}" srcOrd="0" destOrd="0" presId="urn:microsoft.com/office/officeart/2018/2/layout/IconLabelList"/>
    <dgm:cxn modelId="{DEC325E3-8F93-4638-89C4-33A362A2C041}" type="presParOf" srcId="{E9AA523E-730C-4086-854D-D659A4F234A7}" destId="{06282450-BD42-437A-8021-37EDFEE1EC74}" srcOrd="1" destOrd="0" presId="urn:microsoft.com/office/officeart/2018/2/layout/IconLabelList"/>
    <dgm:cxn modelId="{87007FE0-44D4-4C0F-8AB7-6138B3DD03B0}" type="presParOf" srcId="{E9AA523E-730C-4086-854D-D659A4F234A7}" destId="{CF788EA4-5717-4572-A3F4-FB602008D48A}"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33D177D-9AD7-420D-AABD-EA5E17767143}"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GB"/>
        </a:p>
      </dgm:t>
    </dgm:pt>
    <dgm:pt modelId="{5C1C3FE5-0630-4225-A948-8F70ACBB7C16}">
      <dgm:prSet phldrT="[Text]" phldr="0"/>
      <dgm:spPr/>
      <dgm:t>
        <a:bodyPr/>
        <a:lstStyle/>
        <a:p>
          <a:pPr>
            <a:lnSpc>
              <a:spcPct val="100000"/>
            </a:lnSpc>
          </a:pPr>
          <a:r>
            <a:rPr lang="en-US" dirty="0"/>
            <a:t>AI Decision Making</a:t>
          </a:r>
          <a:endParaRPr lang="en-GB" dirty="0"/>
        </a:p>
      </dgm:t>
    </dgm:pt>
    <dgm:pt modelId="{7B21C530-A9F7-4971-92EA-107A0C81927B}" type="parTrans" cxnId="{58B454AE-F40E-45F7-97D3-679D75F8E5BC}">
      <dgm:prSet/>
      <dgm:spPr/>
      <dgm:t>
        <a:bodyPr/>
        <a:lstStyle/>
        <a:p>
          <a:endParaRPr lang="en-GB"/>
        </a:p>
      </dgm:t>
    </dgm:pt>
    <dgm:pt modelId="{FDDC49F2-EC71-4BC0-9211-2182AFE52095}" type="sibTrans" cxnId="{58B454AE-F40E-45F7-97D3-679D75F8E5BC}">
      <dgm:prSet/>
      <dgm:spPr/>
      <dgm:t>
        <a:bodyPr/>
        <a:lstStyle/>
        <a:p>
          <a:endParaRPr lang="en-GB"/>
        </a:p>
      </dgm:t>
    </dgm:pt>
    <dgm:pt modelId="{383D180F-93BF-4DAE-A375-B5EC32D7800E}">
      <dgm:prSet phldrT="[Text]" phldr="0"/>
      <dgm:spPr/>
      <dgm:t>
        <a:bodyPr/>
        <a:lstStyle/>
        <a:p>
          <a:pPr>
            <a:lnSpc>
              <a:spcPct val="100000"/>
            </a:lnSpc>
          </a:pPr>
          <a:r>
            <a:rPr lang="en-US" dirty="0"/>
            <a:t>Configurable &amp; Extendable</a:t>
          </a:r>
          <a:endParaRPr lang="en-GB" dirty="0"/>
        </a:p>
      </dgm:t>
    </dgm:pt>
    <dgm:pt modelId="{7EBB9D5F-F01D-4F02-90E2-24078B3BBFE8}" type="parTrans" cxnId="{F54E61B6-6E0A-44B8-9669-6541E814D7ED}">
      <dgm:prSet/>
      <dgm:spPr/>
      <dgm:t>
        <a:bodyPr/>
        <a:lstStyle/>
        <a:p>
          <a:endParaRPr lang="en-GB"/>
        </a:p>
      </dgm:t>
    </dgm:pt>
    <dgm:pt modelId="{06B3D6A7-89D8-47E5-888B-B19ECCDA23A4}" type="sibTrans" cxnId="{F54E61B6-6E0A-44B8-9669-6541E814D7ED}">
      <dgm:prSet/>
      <dgm:spPr/>
      <dgm:t>
        <a:bodyPr/>
        <a:lstStyle/>
        <a:p>
          <a:endParaRPr lang="en-GB"/>
        </a:p>
      </dgm:t>
    </dgm:pt>
    <dgm:pt modelId="{6FCE8CE3-B136-4E8A-878C-53D501E7FBC5}">
      <dgm:prSet phldrT="[Text]" phldr="0"/>
      <dgm:spPr/>
      <dgm:t>
        <a:bodyPr/>
        <a:lstStyle/>
        <a:p>
          <a:pPr>
            <a:lnSpc>
              <a:spcPct val="100000"/>
            </a:lnSpc>
          </a:pPr>
          <a:r>
            <a:rPr lang="en-US" dirty="0"/>
            <a:t>Real-time Analytics</a:t>
          </a:r>
          <a:endParaRPr lang="en-GB" dirty="0"/>
        </a:p>
      </dgm:t>
    </dgm:pt>
    <dgm:pt modelId="{898F2419-DBF0-4635-B0CD-975DA134FDD7}" type="parTrans" cxnId="{24660DE5-79ED-446C-B07D-2C0AEDDE201D}">
      <dgm:prSet/>
      <dgm:spPr/>
      <dgm:t>
        <a:bodyPr/>
        <a:lstStyle/>
        <a:p>
          <a:endParaRPr lang="en-GB"/>
        </a:p>
      </dgm:t>
    </dgm:pt>
    <dgm:pt modelId="{26597964-B629-4D16-B69B-B7D2B8F7C0DF}" type="sibTrans" cxnId="{24660DE5-79ED-446C-B07D-2C0AEDDE201D}">
      <dgm:prSet/>
      <dgm:spPr/>
      <dgm:t>
        <a:bodyPr/>
        <a:lstStyle/>
        <a:p>
          <a:endParaRPr lang="en-GB"/>
        </a:p>
      </dgm:t>
    </dgm:pt>
    <dgm:pt modelId="{BFD8B19E-1E4E-4151-876F-8AD27F94A370}">
      <dgm:prSet phldrT="[Text]" phldr="0"/>
      <dgm:spPr/>
      <dgm:t>
        <a:bodyPr/>
        <a:lstStyle/>
        <a:p>
          <a:pPr>
            <a:lnSpc>
              <a:spcPct val="100000"/>
            </a:lnSpc>
          </a:pPr>
          <a:r>
            <a:rPr lang="en-US" dirty="0"/>
            <a:t>Monitoring</a:t>
          </a:r>
          <a:endParaRPr lang="en-GB" dirty="0"/>
        </a:p>
      </dgm:t>
    </dgm:pt>
    <dgm:pt modelId="{50513AFF-0CCC-4AC0-B88A-177C8DB94144}" type="parTrans" cxnId="{098AE9E7-4B58-4644-8B07-6916F59CA204}">
      <dgm:prSet/>
      <dgm:spPr/>
      <dgm:t>
        <a:bodyPr/>
        <a:lstStyle/>
        <a:p>
          <a:endParaRPr lang="en-GB"/>
        </a:p>
      </dgm:t>
    </dgm:pt>
    <dgm:pt modelId="{954E1F5E-1C4E-47B1-B16F-52A05575BB0D}" type="sibTrans" cxnId="{098AE9E7-4B58-4644-8B07-6916F59CA204}">
      <dgm:prSet/>
      <dgm:spPr/>
      <dgm:t>
        <a:bodyPr/>
        <a:lstStyle/>
        <a:p>
          <a:endParaRPr lang="en-GB"/>
        </a:p>
      </dgm:t>
    </dgm:pt>
    <dgm:pt modelId="{3EA43515-24AC-479F-940A-0E5833161148}" type="pres">
      <dgm:prSet presAssocID="{A33D177D-9AD7-420D-AABD-EA5E17767143}" presName="root" presStyleCnt="0">
        <dgm:presLayoutVars>
          <dgm:dir/>
          <dgm:resizeHandles val="exact"/>
        </dgm:presLayoutVars>
      </dgm:prSet>
      <dgm:spPr/>
    </dgm:pt>
    <dgm:pt modelId="{30DA03B1-3BAA-40B7-AA29-822036DDA9FF}" type="pres">
      <dgm:prSet presAssocID="{5C1C3FE5-0630-4225-A948-8F70ACBB7C16}" presName="compNode" presStyleCnt="0"/>
      <dgm:spPr/>
    </dgm:pt>
    <dgm:pt modelId="{07074025-40D9-4574-94A1-3363799D72F0}" type="pres">
      <dgm:prSet presAssocID="{5C1C3FE5-0630-4225-A948-8F70ACBB7C1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6FAD3AE1-23BE-4206-AAB4-3F1415846B0D}" type="pres">
      <dgm:prSet presAssocID="{5C1C3FE5-0630-4225-A948-8F70ACBB7C16}" presName="spaceRect" presStyleCnt="0"/>
      <dgm:spPr/>
    </dgm:pt>
    <dgm:pt modelId="{CBE2D9EF-4798-4616-908E-EF03E6D1B97A}" type="pres">
      <dgm:prSet presAssocID="{5C1C3FE5-0630-4225-A948-8F70ACBB7C16}" presName="textRect" presStyleLbl="revTx" presStyleIdx="0" presStyleCnt="4">
        <dgm:presLayoutVars>
          <dgm:chMax val="1"/>
          <dgm:chPref val="1"/>
        </dgm:presLayoutVars>
      </dgm:prSet>
      <dgm:spPr/>
    </dgm:pt>
    <dgm:pt modelId="{05221B86-170A-47AB-9C24-DBFFC848C9B5}" type="pres">
      <dgm:prSet presAssocID="{FDDC49F2-EC71-4BC0-9211-2182AFE52095}" presName="sibTrans" presStyleCnt="0"/>
      <dgm:spPr/>
    </dgm:pt>
    <dgm:pt modelId="{1DE840BF-BA19-4EB3-B90F-DA4637166A89}" type="pres">
      <dgm:prSet presAssocID="{383D180F-93BF-4DAE-A375-B5EC32D7800E}" presName="compNode" presStyleCnt="0"/>
      <dgm:spPr/>
    </dgm:pt>
    <dgm:pt modelId="{AE1F42F8-B2EC-4DBB-8A69-5B8327BAB77A}" type="pres">
      <dgm:prSet presAssocID="{383D180F-93BF-4DAE-A375-B5EC32D7800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4C9543A4-ADFB-4DAE-B8FE-31ADBA763026}" type="pres">
      <dgm:prSet presAssocID="{383D180F-93BF-4DAE-A375-B5EC32D7800E}" presName="spaceRect" presStyleCnt="0"/>
      <dgm:spPr/>
    </dgm:pt>
    <dgm:pt modelId="{F9C25CE6-E72C-4F2B-960A-235FADA1B244}" type="pres">
      <dgm:prSet presAssocID="{383D180F-93BF-4DAE-A375-B5EC32D7800E}" presName="textRect" presStyleLbl="revTx" presStyleIdx="1" presStyleCnt="4">
        <dgm:presLayoutVars>
          <dgm:chMax val="1"/>
          <dgm:chPref val="1"/>
        </dgm:presLayoutVars>
      </dgm:prSet>
      <dgm:spPr/>
    </dgm:pt>
    <dgm:pt modelId="{08DFC00C-61D6-4887-B77A-9B342EB5903A}" type="pres">
      <dgm:prSet presAssocID="{06B3D6A7-89D8-47E5-888B-B19ECCDA23A4}" presName="sibTrans" presStyleCnt="0"/>
      <dgm:spPr/>
    </dgm:pt>
    <dgm:pt modelId="{72B2AD14-1E1C-4A0F-A828-2B83DCCEA7BA}" type="pres">
      <dgm:prSet presAssocID="{6FCE8CE3-B136-4E8A-878C-53D501E7FBC5}" presName="compNode" presStyleCnt="0"/>
      <dgm:spPr/>
    </dgm:pt>
    <dgm:pt modelId="{5E20DE95-15CC-496F-B4CC-48A91B5AC047}" type="pres">
      <dgm:prSet presAssocID="{6FCE8CE3-B136-4E8A-878C-53D501E7FBC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r chart"/>
        </a:ext>
      </dgm:extLst>
    </dgm:pt>
    <dgm:pt modelId="{A174D9E4-8BC2-4C10-AD11-64FDDD131F98}" type="pres">
      <dgm:prSet presAssocID="{6FCE8CE3-B136-4E8A-878C-53D501E7FBC5}" presName="spaceRect" presStyleCnt="0"/>
      <dgm:spPr/>
    </dgm:pt>
    <dgm:pt modelId="{FDA994F6-2F93-4DEC-B25A-174C4AA9CBD3}" type="pres">
      <dgm:prSet presAssocID="{6FCE8CE3-B136-4E8A-878C-53D501E7FBC5}" presName="textRect" presStyleLbl="revTx" presStyleIdx="2" presStyleCnt="4">
        <dgm:presLayoutVars>
          <dgm:chMax val="1"/>
          <dgm:chPref val="1"/>
        </dgm:presLayoutVars>
      </dgm:prSet>
      <dgm:spPr/>
    </dgm:pt>
    <dgm:pt modelId="{B9A5E79E-EEFB-4DEB-AC1A-1A0A68F5687A}" type="pres">
      <dgm:prSet presAssocID="{26597964-B629-4D16-B69B-B7D2B8F7C0DF}" presName="sibTrans" presStyleCnt="0"/>
      <dgm:spPr/>
    </dgm:pt>
    <dgm:pt modelId="{B270E8A6-5602-442C-96E7-74CEA58B4A27}" type="pres">
      <dgm:prSet presAssocID="{BFD8B19E-1E4E-4151-876F-8AD27F94A370}" presName="compNode" presStyleCnt="0"/>
      <dgm:spPr/>
    </dgm:pt>
    <dgm:pt modelId="{4D1AEE08-9F8B-4A95-AE2B-4AE4E6FD8D28}" type="pres">
      <dgm:prSet presAssocID="{BFD8B19E-1E4E-4151-876F-8AD27F94A37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auge"/>
        </a:ext>
      </dgm:extLst>
    </dgm:pt>
    <dgm:pt modelId="{91D2389F-F184-4BB5-8980-80AC416C9135}" type="pres">
      <dgm:prSet presAssocID="{BFD8B19E-1E4E-4151-876F-8AD27F94A370}" presName="spaceRect" presStyleCnt="0"/>
      <dgm:spPr/>
    </dgm:pt>
    <dgm:pt modelId="{2EE53F33-49EA-4A95-9966-7AAE3C3F195E}" type="pres">
      <dgm:prSet presAssocID="{BFD8B19E-1E4E-4151-876F-8AD27F94A370}" presName="textRect" presStyleLbl="revTx" presStyleIdx="3" presStyleCnt="4">
        <dgm:presLayoutVars>
          <dgm:chMax val="1"/>
          <dgm:chPref val="1"/>
        </dgm:presLayoutVars>
      </dgm:prSet>
      <dgm:spPr/>
    </dgm:pt>
  </dgm:ptLst>
  <dgm:cxnLst>
    <dgm:cxn modelId="{6ACBB723-3885-4501-AAF6-A90598F6A08D}" type="presOf" srcId="{6FCE8CE3-B136-4E8A-878C-53D501E7FBC5}" destId="{FDA994F6-2F93-4DEC-B25A-174C4AA9CBD3}" srcOrd="0" destOrd="0" presId="urn:microsoft.com/office/officeart/2018/2/layout/IconLabelList"/>
    <dgm:cxn modelId="{01D5EE3B-252A-4133-B017-14A2166CD878}" type="presOf" srcId="{BFD8B19E-1E4E-4151-876F-8AD27F94A370}" destId="{2EE53F33-49EA-4A95-9966-7AAE3C3F195E}" srcOrd="0" destOrd="0" presId="urn:microsoft.com/office/officeart/2018/2/layout/IconLabelList"/>
    <dgm:cxn modelId="{B3DD807A-4E75-494F-B401-8FD0398F1BD9}" type="presOf" srcId="{383D180F-93BF-4DAE-A375-B5EC32D7800E}" destId="{F9C25CE6-E72C-4F2B-960A-235FADA1B244}" srcOrd="0" destOrd="0" presId="urn:microsoft.com/office/officeart/2018/2/layout/IconLabelList"/>
    <dgm:cxn modelId="{58B454AE-F40E-45F7-97D3-679D75F8E5BC}" srcId="{A33D177D-9AD7-420D-AABD-EA5E17767143}" destId="{5C1C3FE5-0630-4225-A948-8F70ACBB7C16}" srcOrd="0" destOrd="0" parTransId="{7B21C530-A9F7-4971-92EA-107A0C81927B}" sibTransId="{FDDC49F2-EC71-4BC0-9211-2182AFE52095}"/>
    <dgm:cxn modelId="{F54E61B6-6E0A-44B8-9669-6541E814D7ED}" srcId="{A33D177D-9AD7-420D-AABD-EA5E17767143}" destId="{383D180F-93BF-4DAE-A375-B5EC32D7800E}" srcOrd="1" destOrd="0" parTransId="{7EBB9D5F-F01D-4F02-90E2-24078B3BBFE8}" sibTransId="{06B3D6A7-89D8-47E5-888B-B19ECCDA23A4}"/>
    <dgm:cxn modelId="{ED5886D8-5525-47FE-ACD5-A20DFB7B589C}" type="presOf" srcId="{5C1C3FE5-0630-4225-A948-8F70ACBB7C16}" destId="{CBE2D9EF-4798-4616-908E-EF03E6D1B97A}" srcOrd="0" destOrd="0" presId="urn:microsoft.com/office/officeart/2018/2/layout/IconLabelList"/>
    <dgm:cxn modelId="{24660DE5-79ED-446C-B07D-2C0AEDDE201D}" srcId="{A33D177D-9AD7-420D-AABD-EA5E17767143}" destId="{6FCE8CE3-B136-4E8A-878C-53D501E7FBC5}" srcOrd="2" destOrd="0" parTransId="{898F2419-DBF0-4635-B0CD-975DA134FDD7}" sibTransId="{26597964-B629-4D16-B69B-B7D2B8F7C0DF}"/>
    <dgm:cxn modelId="{098AE9E7-4B58-4644-8B07-6916F59CA204}" srcId="{A33D177D-9AD7-420D-AABD-EA5E17767143}" destId="{BFD8B19E-1E4E-4151-876F-8AD27F94A370}" srcOrd="3" destOrd="0" parTransId="{50513AFF-0CCC-4AC0-B88A-177C8DB94144}" sibTransId="{954E1F5E-1C4E-47B1-B16F-52A05575BB0D}"/>
    <dgm:cxn modelId="{9890BDEF-6C37-4795-9F54-8239952FEDCB}" type="presOf" srcId="{A33D177D-9AD7-420D-AABD-EA5E17767143}" destId="{3EA43515-24AC-479F-940A-0E5833161148}" srcOrd="0" destOrd="0" presId="urn:microsoft.com/office/officeart/2018/2/layout/IconLabelList"/>
    <dgm:cxn modelId="{74A970B7-1FF7-44B2-8210-0214758DDD46}" type="presParOf" srcId="{3EA43515-24AC-479F-940A-0E5833161148}" destId="{30DA03B1-3BAA-40B7-AA29-822036DDA9FF}" srcOrd="0" destOrd="0" presId="urn:microsoft.com/office/officeart/2018/2/layout/IconLabelList"/>
    <dgm:cxn modelId="{6AC6AF78-E77E-445E-89DC-57DAC2829234}" type="presParOf" srcId="{30DA03B1-3BAA-40B7-AA29-822036DDA9FF}" destId="{07074025-40D9-4574-94A1-3363799D72F0}" srcOrd="0" destOrd="0" presId="urn:microsoft.com/office/officeart/2018/2/layout/IconLabelList"/>
    <dgm:cxn modelId="{1EFAC955-55B7-43B7-BB4E-E511BC507D5A}" type="presParOf" srcId="{30DA03B1-3BAA-40B7-AA29-822036DDA9FF}" destId="{6FAD3AE1-23BE-4206-AAB4-3F1415846B0D}" srcOrd="1" destOrd="0" presId="urn:microsoft.com/office/officeart/2018/2/layout/IconLabelList"/>
    <dgm:cxn modelId="{9AF49A03-003A-4C88-9079-580E5A2FB924}" type="presParOf" srcId="{30DA03B1-3BAA-40B7-AA29-822036DDA9FF}" destId="{CBE2D9EF-4798-4616-908E-EF03E6D1B97A}" srcOrd="2" destOrd="0" presId="urn:microsoft.com/office/officeart/2018/2/layout/IconLabelList"/>
    <dgm:cxn modelId="{3BAA2FA8-3760-4083-A3BA-D25053575B03}" type="presParOf" srcId="{3EA43515-24AC-479F-940A-0E5833161148}" destId="{05221B86-170A-47AB-9C24-DBFFC848C9B5}" srcOrd="1" destOrd="0" presId="urn:microsoft.com/office/officeart/2018/2/layout/IconLabelList"/>
    <dgm:cxn modelId="{C7138186-92D1-4EF2-A927-FFDABF05709F}" type="presParOf" srcId="{3EA43515-24AC-479F-940A-0E5833161148}" destId="{1DE840BF-BA19-4EB3-B90F-DA4637166A89}" srcOrd="2" destOrd="0" presId="urn:microsoft.com/office/officeart/2018/2/layout/IconLabelList"/>
    <dgm:cxn modelId="{2C3A774D-01EC-4A68-A1D6-1C74037D21DB}" type="presParOf" srcId="{1DE840BF-BA19-4EB3-B90F-DA4637166A89}" destId="{AE1F42F8-B2EC-4DBB-8A69-5B8327BAB77A}" srcOrd="0" destOrd="0" presId="urn:microsoft.com/office/officeart/2018/2/layout/IconLabelList"/>
    <dgm:cxn modelId="{5244731D-7768-4FCF-8F8A-5D9D34EA6D71}" type="presParOf" srcId="{1DE840BF-BA19-4EB3-B90F-DA4637166A89}" destId="{4C9543A4-ADFB-4DAE-B8FE-31ADBA763026}" srcOrd="1" destOrd="0" presId="urn:microsoft.com/office/officeart/2018/2/layout/IconLabelList"/>
    <dgm:cxn modelId="{D8788FDA-44B9-4087-BBB7-203B107D13D6}" type="presParOf" srcId="{1DE840BF-BA19-4EB3-B90F-DA4637166A89}" destId="{F9C25CE6-E72C-4F2B-960A-235FADA1B244}" srcOrd="2" destOrd="0" presId="urn:microsoft.com/office/officeart/2018/2/layout/IconLabelList"/>
    <dgm:cxn modelId="{4183B9AE-42C5-4523-96F8-6F983076CD34}" type="presParOf" srcId="{3EA43515-24AC-479F-940A-0E5833161148}" destId="{08DFC00C-61D6-4887-B77A-9B342EB5903A}" srcOrd="3" destOrd="0" presId="urn:microsoft.com/office/officeart/2018/2/layout/IconLabelList"/>
    <dgm:cxn modelId="{EBFE76C9-EF33-45E3-816B-4DA612D10455}" type="presParOf" srcId="{3EA43515-24AC-479F-940A-0E5833161148}" destId="{72B2AD14-1E1C-4A0F-A828-2B83DCCEA7BA}" srcOrd="4" destOrd="0" presId="urn:microsoft.com/office/officeart/2018/2/layout/IconLabelList"/>
    <dgm:cxn modelId="{2DC1D2FB-0EFF-4429-BD6C-F0790BAE29B7}" type="presParOf" srcId="{72B2AD14-1E1C-4A0F-A828-2B83DCCEA7BA}" destId="{5E20DE95-15CC-496F-B4CC-48A91B5AC047}" srcOrd="0" destOrd="0" presId="urn:microsoft.com/office/officeart/2018/2/layout/IconLabelList"/>
    <dgm:cxn modelId="{B75BBAB0-F5A2-430B-AE65-46265A1290CC}" type="presParOf" srcId="{72B2AD14-1E1C-4A0F-A828-2B83DCCEA7BA}" destId="{A174D9E4-8BC2-4C10-AD11-64FDDD131F98}" srcOrd="1" destOrd="0" presId="urn:microsoft.com/office/officeart/2018/2/layout/IconLabelList"/>
    <dgm:cxn modelId="{E9D16777-E3B0-412A-AC2A-7214B267EE5A}" type="presParOf" srcId="{72B2AD14-1E1C-4A0F-A828-2B83DCCEA7BA}" destId="{FDA994F6-2F93-4DEC-B25A-174C4AA9CBD3}" srcOrd="2" destOrd="0" presId="urn:microsoft.com/office/officeart/2018/2/layout/IconLabelList"/>
    <dgm:cxn modelId="{0357ACD2-A633-4D3C-A0C5-F356595417F3}" type="presParOf" srcId="{3EA43515-24AC-479F-940A-0E5833161148}" destId="{B9A5E79E-EEFB-4DEB-AC1A-1A0A68F5687A}" srcOrd="5" destOrd="0" presId="urn:microsoft.com/office/officeart/2018/2/layout/IconLabelList"/>
    <dgm:cxn modelId="{F5DD074F-A6E3-4791-816E-3C427B1A0CE7}" type="presParOf" srcId="{3EA43515-24AC-479F-940A-0E5833161148}" destId="{B270E8A6-5602-442C-96E7-74CEA58B4A27}" srcOrd="6" destOrd="0" presId="urn:microsoft.com/office/officeart/2018/2/layout/IconLabelList"/>
    <dgm:cxn modelId="{4139CDC0-EDE8-406A-93CD-3A5C23CFE961}" type="presParOf" srcId="{B270E8A6-5602-442C-96E7-74CEA58B4A27}" destId="{4D1AEE08-9F8B-4A95-AE2B-4AE4E6FD8D28}" srcOrd="0" destOrd="0" presId="urn:microsoft.com/office/officeart/2018/2/layout/IconLabelList"/>
    <dgm:cxn modelId="{59538DBA-87E1-49F3-B082-E5B7C70D4856}" type="presParOf" srcId="{B270E8A6-5602-442C-96E7-74CEA58B4A27}" destId="{91D2389F-F184-4BB5-8980-80AC416C9135}" srcOrd="1" destOrd="0" presId="urn:microsoft.com/office/officeart/2018/2/layout/IconLabelList"/>
    <dgm:cxn modelId="{20EA6B8F-74F8-47C2-99B4-F03ABD51B711}" type="presParOf" srcId="{B270E8A6-5602-442C-96E7-74CEA58B4A27}" destId="{2EE53F33-49EA-4A95-9966-7AAE3C3F195E}"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56794A4-FB82-4D0E-9F45-76AD06A74519}" type="doc">
      <dgm:prSet loTypeId="urn:microsoft.com/office/officeart/2008/layout/BendingPictureCaptionList" loCatId="picture" qsTypeId="urn:microsoft.com/office/officeart/2005/8/quickstyle/simple1" qsCatId="simple" csTypeId="urn:microsoft.com/office/officeart/2005/8/colors/colorful5" csCatId="colorful" phldr="1"/>
      <dgm:spPr/>
      <dgm:t>
        <a:bodyPr/>
        <a:lstStyle/>
        <a:p>
          <a:endParaRPr lang="en-US"/>
        </a:p>
      </dgm:t>
    </dgm:pt>
    <dgm:pt modelId="{B21EA4E4-11A7-498A-9695-F0C418A848C5}">
      <dgm:prSet/>
      <dgm:spPr/>
      <dgm:t>
        <a:bodyPr/>
        <a:lstStyle/>
        <a:p>
          <a:r>
            <a:rPr lang="en-GB"/>
            <a:t>Temperature</a:t>
          </a:r>
          <a:endParaRPr lang="en-US"/>
        </a:p>
      </dgm:t>
    </dgm:pt>
    <dgm:pt modelId="{60DBE4F0-63D4-473A-AB80-A0F589CDAA71}" type="parTrans" cxnId="{0A163E38-8F30-47FF-9B69-F32FB6E6B960}">
      <dgm:prSet/>
      <dgm:spPr/>
      <dgm:t>
        <a:bodyPr/>
        <a:lstStyle/>
        <a:p>
          <a:endParaRPr lang="en-US"/>
        </a:p>
      </dgm:t>
    </dgm:pt>
    <dgm:pt modelId="{16967756-BEF4-4FB1-8F3E-14D780A5F00F}" type="sibTrans" cxnId="{0A163E38-8F30-47FF-9B69-F32FB6E6B960}">
      <dgm:prSet/>
      <dgm:spPr/>
      <dgm:t>
        <a:bodyPr/>
        <a:lstStyle/>
        <a:p>
          <a:endParaRPr lang="en-US"/>
        </a:p>
      </dgm:t>
    </dgm:pt>
    <dgm:pt modelId="{BA1507CF-A431-47AA-8D1A-7DA8352822EB}">
      <dgm:prSet/>
      <dgm:spPr/>
      <dgm:t>
        <a:bodyPr/>
        <a:lstStyle/>
        <a:p>
          <a:r>
            <a:rPr lang="en-GB"/>
            <a:t>Humidity</a:t>
          </a:r>
          <a:endParaRPr lang="en-US"/>
        </a:p>
      </dgm:t>
    </dgm:pt>
    <dgm:pt modelId="{A7FF4BBD-CADC-4D68-A8BE-AB68D15CC2E1}" type="parTrans" cxnId="{9DDA63AB-9523-4F53-B8F1-B61836253F7F}">
      <dgm:prSet/>
      <dgm:spPr/>
      <dgm:t>
        <a:bodyPr/>
        <a:lstStyle/>
        <a:p>
          <a:endParaRPr lang="en-US"/>
        </a:p>
      </dgm:t>
    </dgm:pt>
    <dgm:pt modelId="{73E955CE-F7FA-4C06-BE78-89CE233AD257}" type="sibTrans" cxnId="{9DDA63AB-9523-4F53-B8F1-B61836253F7F}">
      <dgm:prSet/>
      <dgm:spPr/>
      <dgm:t>
        <a:bodyPr/>
        <a:lstStyle/>
        <a:p>
          <a:endParaRPr lang="en-US"/>
        </a:p>
      </dgm:t>
    </dgm:pt>
    <dgm:pt modelId="{728FAA08-F498-4E3F-9DCF-61C0F5459085}">
      <dgm:prSet/>
      <dgm:spPr/>
      <dgm:t>
        <a:bodyPr/>
        <a:lstStyle/>
        <a:p>
          <a:r>
            <a:rPr lang="en-GB"/>
            <a:t>Light</a:t>
          </a:r>
          <a:endParaRPr lang="en-US"/>
        </a:p>
      </dgm:t>
    </dgm:pt>
    <dgm:pt modelId="{15A6D741-B2C5-4C12-AAB1-DE4D366F4003}" type="parTrans" cxnId="{8D24FE15-F719-4F01-8676-75B61EFD3394}">
      <dgm:prSet/>
      <dgm:spPr/>
      <dgm:t>
        <a:bodyPr/>
        <a:lstStyle/>
        <a:p>
          <a:endParaRPr lang="en-US"/>
        </a:p>
      </dgm:t>
    </dgm:pt>
    <dgm:pt modelId="{AD2A672F-3A5C-47A2-8ACF-B19F291C530B}" type="sibTrans" cxnId="{8D24FE15-F719-4F01-8676-75B61EFD3394}">
      <dgm:prSet/>
      <dgm:spPr/>
      <dgm:t>
        <a:bodyPr/>
        <a:lstStyle/>
        <a:p>
          <a:endParaRPr lang="en-US"/>
        </a:p>
      </dgm:t>
    </dgm:pt>
    <dgm:pt modelId="{ADF09B6F-B39D-4052-A3EE-A48E07E5C335}">
      <dgm:prSet/>
      <dgm:spPr/>
      <dgm:t>
        <a:bodyPr/>
        <a:lstStyle/>
        <a:p>
          <a:r>
            <a:rPr lang="en-GB"/>
            <a:t>Co2</a:t>
          </a:r>
          <a:endParaRPr lang="en-US"/>
        </a:p>
      </dgm:t>
    </dgm:pt>
    <dgm:pt modelId="{6C97D73C-5D16-45B6-B3B7-E62B3ED0F62D}" type="parTrans" cxnId="{6644141B-4D01-4C40-9409-0B715FC516DA}">
      <dgm:prSet/>
      <dgm:spPr/>
      <dgm:t>
        <a:bodyPr/>
        <a:lstStyle/>
        <a:p>
          <a:endParaRPr lang="en-US"/>
        </a:p>
      </dgm:t>
    </dgm:pt>
    <dgm:pt modelId="{58FC3047-6BC5-4BB7-8C39-41092E7F7AA3}" type="sibTrans" cxnId="{6644141B-4D01-4C40-9409-0B715FC516DA}">
      <dgm:prSet/>
      <dgm:spPr/>
      <dgm:t>
        <a:bodyPr/>
        <a:lstStyle/>
        <a:p>
          <a:endParaRPr lang="en-US"/>
        </a:p>
      </dgm:t>
    </dgm:pt>
    <dgm:pt modelId="{778556B4-F18B-4D63-85A5-62EA94E32D0C}">
      <dgm:prSet/>
      <dgm:spPr/>
      <dgm:t>
        <a:bodyPr/>
        <a:lstStyle/>
        <a:p>
          <a:r>
            <a:rPr lang="en-GB"/>
            <a:t>Motion</a:t>
          </a:r>
          <a:endParaRPr lang="en-US"/>
        </a:p>
      </dgm:t>
    </dgm:pt>
    <dgm:pt modelId="{5E59146B-B250-4329-B6B9-E001A8AAA035}" type="parTrans" cxnId="{6C22399F-BF65-47B5-979B-2F26B5CF98B9}">
      <dgm:prSet/>
      <dgm:spPr/>
      <dgm:t>
        <a:bodyPr/>
        <a:lstStyle/>
        <a:p>
          <a:endParaRPr lang="en-US"/>
        </a:p>
      </dgm:t>
    </dgm:pt>
    <dgm:pt modelId="{9523C5FE-D84F-449D-A93B-CCA72CC815E8}" type="sibTrans" cxnId="{6C22399F-BF65-47B5-979B-2F26B5CF98B9}">
      <dgm:prSet/>
      <dgm:spPr/>
      <dgm:t>
        <a:bodyPr/>
        <a:lstStyle/>
        <a:p>
          <a:endParaRPr lang="en-US"/>
        </a:p>
      </dgm:t>
    </dgm:pt>
    <dgm:pt modelId="{3F65F4DC-49F6-4360-99BB-A6E6EE3F1754}">
      <dgm:prSet/>
      <dgm:spPr/>
      <dgm:t>
        <a:bodyPr/>
        <a:lstStyle/>
        <a:p>
          <a:r>
            <a:rPr lang="en-GB"/>
            <a:t>Gas                    </a:t>
          </a:r>
          <a:endParaRPr lang="en-US"/>
        </a:p>
      </dgm:t>
    </dgm:pt>
    <dgm:pt modelId="{27BDC236-E81F-483A-B8BA-09AEF4DCC893}" type="parTrans" cxnId="{A4CF76E2-E90F-4FBF-A160-558050297B78}">
      <dgm:prSet/>
      <dgm:spPr/>
      <dgm:t>
        <a:bodyPr/>
        <a:lstStyle/>
        <a:p>
          <a:endParaRPr lang="en-US"/>
        </a:p>
      </dgm:t>
    </dgm:pt>
    <dgm:pt modelId="{C8EFBE6C-955B-4BB6-BF26-1D4837D65C4D}" type="sibTrans" cxnId="{A4CF76E2-E90F-4FBF-A160-558050297B78}">
      <dgm:prSet/>
      <dgm:spPr/>
      <dgm:t>
        <a:bodyPr/>
        <a:lstStyle/>
        <a:p>
          <a:endParaRPr lang="en-US"/>
        </a:p>
      </dgm:t>
    </dgm:pt>
    <dgm:pt modelId="{F6C31472-F7F8-491D-BC64-3E1ADDE04AB7}">
      <dgm:prSet/>
      <dgm:spPr/>
      <dgm:t>
        <a:bodyPr/>
        <a:lstStyle/>
        <a:p>
          <a:r>
            <a:rPr lang="en-GB"/>
            <a:t>Smoke                   </a:t>
          </a:r>
          <a:endParaRPr lang="en-US"/>
        </a:p>
      </dgm:t>
    </dgm:pt>
    <dgm:pt modelId="{B3CC2974-71DC-48CC-9525-129B86313571}" type="parTrans" cxnId="{73F0849D-2907-4B76-81EE-62296900E17D}">
      <dgm:prSet/>
      <dgm:spPr/>
      <dgm:t>
        <a:bodyPr/>
        <a:lstStyle/>
        <a:p>
          <a:endParaRPr lang="en-US"/>
        </a:p>
      </dgm:t>
    </dgm:pt>
    <dgm:pt modelId="{8CC15CE9-C808-4E3D-8B63-1B43E872673E}" type="sibTrans" cxnId="{73F0849D-2907-4B76-81EE-62296900E17D}">
      <dgm:prSet/>
      <dgm:spPr/>
      <dgm:t>
        <a:bodyPr/>
        <a:lstStyle/>
        <a:p>
          <a:endParaRPr lang="en-US"/>
        </a:p>
      </dgm:t>
    </dgm:pt>
    <dgm:pt modelId="{8434A742-21C0-4376-ABB9-215537A60D03}">
      <dgm:prSet/>
      <dgm:spPr/>
      <dgm:t>
        <a:bodyPr/>
        <a:lstStyle/>
        <a:p>
          <a:r>
            <a:rPr lang="en-GB"/>
            <a:t>Water leak                    </a:t>
          </a:r>
          <a:endParaRPr lang="en-US"/>
        </a:p>
      </dgm:t>
    </dgm:pt>
    <dgm:pt modelId="{75FD8013-B546-4F76-A5F3-F2D167DDBCAF}" type="parTrans" cxnId="{18BF05B0-EB8C-41C1-9BE7-4CDC81074EE5}">
      <dgm:prSet/>
      <dgm:spPr/>
      <dgm:t>
        <a:bodyPr/>
        <a:lstStyle/>
        <a:p>
          <a:endParaRPr lang="en-US"/>
        </a:p>
      </dgm:t>
    </dgm:pt>
    <dgm:pt modelId="{447439E8-E2C1-48F8-A2D0-2D24A7857233}" type="sibTrans" cxnId="{18BF05B0-EB8C-41C1-9BE7-4CDC81074EE5}">
      <dgm:prSet/>
      <dgm:spPr/>
      <dgm:t>
        <a:bodyPr/>
        <a:lstStyle/>
        <a:p>
          <a:endParaRPr lang="en-US"/>
        </a:p>
      </dgm:t>
    </dgm:pt>
    <dgm:pt modelId="{55384218-A4DE-4E0D-B7AD-C1986E2535BA}">
      <dgm:prSet/>
      <dgm:spPr/>
      <dgm:t>
        <a:bodyPr/>
        <a:lstStyle/>
        <a:p>
          <a:r>
            <a:rPr lang="en-GB"/>
            <a:t>Sound                    </a:t>
          </a:r>
          <a:endParaRPr lang="en-US"/>
        </a:p>
      </dgm:t>
    </dgm:pt>
    <dgm:pt modelId="{26C73427-4E5F-4131-A7A1-B965CEBB7B8A}" type="parTrans" cxnId="{0229E4AC-8BDD-4218-8D21-5FA41B8794CE}">
      <dgm:prSet/>
      <dgm:spPr/>
      <dgm:t>
        <a:bodyPr/>
        <a:lstStyle/>
        <a:p>
          <a:endParaRPr lang="en-US"/>
        </a:p>
      </dgm:t>
    </dgm:pt>
    <dgm:pt modelId="{F82005C4-713A-4338-A822-DA86C487C033}" type="sibTrans" cxnId="{0229E4AC-8BDD-4218-8D21-5FA41B8794CE}">
      <dgm:prSet/>
      <dgm:spPr/>
      <dgm:t>
        <a:bodyPr/>
        <a:lstStyle/>
        <a:p>
          <a:endParaRPr lang="en-US"/>
        </a:p>
      </dgm:t>
    </dgm:pt>
    <dgm:pt modelId="{7C7C9DAB-1AB6-4429-9F6D-3416EB48EF47}">
      <dgm:prSet/>
      <dgm:spPr/>
      <dgm:t>
        <a:bodyPr/>
        <a:lstStyle/>
        <a:p>
          <a:r>
            <a:rPr lang="en-GB"/>
            <a:t>Vibration                   </a:t>
          </a:r>
          <a:endParaRPr lang="en-US"/>
        </a:p>
      </dgm:t>
    </dgm:pt>
    <dgm:pt modelId="{C56A0549-CF95-4C4A-B1EF-0B4D9A6C458B}" type="parTrans" cxnId="{302330B7-F010-43F5-8708-71B3E42515E6}">
      <dgm:prSet/>
      <dgm:spPr/>
      <dgm:t>
        <a:bodyPr/>
        <a:lstStyle/>
        <a:p>
          <a:endParaRPr lang="en-US"/>
        </a:p>
      </dgm:t>
    </dgm:pt>
    <dgm:pt modelId="{D1E51FC5-D046-47B1-A688-D130C26B1936}" type="sibTrans" cxnId="{302330B7-F010-43F5-8708-71B3E42515E6}">
      <dgm:prSet/>
      <dgm:spPr/>
      <dgm:t>
        <a:bodyPr/>
        <a:lstStyle/>
        <a:p>
          <a:endParaRPr lang="en-US"/>
        </a:p>
      </dgm:t>
    </dgm:pt>
    <dgm:pt modelId="{F5A42408-71D6-47BF-9146-1D2329682848}">
      <dgm:prSet/>
      <dgm:spPr/>
      <dgm:t>
        <a:bodyPr/>
        <a:lstStyle/>
        <a:p>
          <a:r>
            <a:rPr lang="en-GB"/>
            <a:t>Energy</a:t>
          </a:r>
          <a:endParaRPr lang="en-US"/>
        </a:p>
      </dgm:t>
    </dgm:pt>
    <dgm:pt modelId="{5F4FF274-8536-438C-8389-0C2F0E5ACFB1}" type="parTrans" cxnId="{B07EB0CD-D711-428F-B728-6E47A6852F2A}">
      <dgm:prSet/>
      <dgm:spPr/>
      <dgm:t>
        <a:bodyPr/>
        <a:lstStyle/>
        <a:p>
          <a:endParaRPr lang="en-US"/>
        </a:p>
      </dgm:t>
    </dgm:pt>
    <dgm:pt modelId="{3DD210F7-61F0-4AD5-BD35-B066C5A6AEF0}" type="sibTrans" cxnId="{B07EB0CD-D711-428F-B728-6E47A6852F2A}">
      <dgm:prSet/>
      <dgm:spPr/>
      <dgm:t>
        <a:bodyPr/>
        <a:lstStyle/>
        <a:p>
          <a:endParaRPr lang="en-US"/>
        </a:p>
      </dgm:t>
    </dgm:pt>
    <dgm:pt modelId="{36B7B514-BC49-4800-A853-FC78FFBB10E1}">
      <dgm:prSet/>
      <dgm:spPr/>
      <dgm:t>
        <a:bodyPr/>
        <a:lstStyle/>
        <a:p>
          <a:r>
            <a:rPr lang="en-GB"/>
            <a:t>UV</a:t>
          </a:r>
          <a:endParaRPr lang="en-US"/>
        </a:p>
      </dgm:t>
    </dgm:pt>
    <dgm:pt modelId="{25FD750E-24B1-43CF-8D6C-12DCDF471352}" type="parTrans" cxnId="{7A5A1DDE-D02E-404C-9382-08DC9A804896}">
      <dgm:prSet/>
      <dgm:spPr/>
      <dgm:t>
        <a:bodyPr/>
        <a:lstStyle/>
        <a:p>
          <a:endParaRPr lang="en-US"/>
        </a:p>
      </dgm:t>
    </dgm:pt>
    <dgm:pt modelId="{53442A75-CDE6-433D-8C36-B90ED178D31B}" type="sibTrans" cxnId="{7A5A1DDE-D02E-404C-9382-08DC9A804896}">
      <dgm:prSet/>
      <dgm:spPr/>
      <dgm:t>
        <a:bodyPr/>
        <a:lstStyle/>
        <a:p>
          <a:endParaRPr lang="en-US"/>
        </a:p>
      </dgm:t>
    </dgm:pt>
    <dgm:pt modelId="{FA84BC56-877C-4F1E-B57A-BB1C01E2271C}">
      <dgm:prSet/>
      <dgm:spPr/>
      <dgm:t>
        <a:bodyPr/>
        <a:lstStyle/>
        <a:p>
          <a:r>
            <a:rPr lang="en-GB"/>
            <a:t>Rain</a:t>
          </a:r>
          <a:endParaRPr lang="en-US"/>
        </a:p>
      </dgm:t>
    </dgm:pt>
    <dgm:pt modelId="{5AC310E3-EE1B-4F0C-8C37-529E0F5F3A4B}" type="parTrans" cxnId="{8444E7EB-ED7D-402F-8E37-816F64741207}">
      <dgm:prSet/>
      <dgm:spPr/>
      <dgm:t>
        <a:bodyPr/>
        <a:lstStyle/>
        <a:p>
          <a:endParaRPr lang="en-US"/>
        </a:p>
      </dgm:t>
    </dgm:pt>
    <dgm:pt modelId="{190A2AEE-7AA5-43F4-A764-40F9335D5A78}" type="sibTrans" cxnId="{8444E7EB-ED7D-402F-8E37-816F64741207}">
      <dgm:prSet/>
      <dgm:spPr/>
      <dgm:t>
        <a:bodyPr/>
        <a:lstStyle/>
        <a:p>
          <a:endParaRPr lang="en-US"/>
        </a:p>
      </dgm:t>
    </dgm:pt>
    <dgm:pt modelId="{14C6DFA7-6D09-4C2E-95AF-DCA3E3D84D0E}">
      <dgm:prSet/>
      <dgm:spPr/>
      <dgm:t>
        <a:bodyPr/>
        <a:lstStyle/>
        <a:p>
          <a:r>
            <a:rPr lang="en-GB"/>
            <a:t>Glass break</a:t>
          </a:r>
          <a:endParaRPr lang="en-US"/>
        </a:p>
      </dgm:t>
    </dgm:pt>
    <dgm:pt modelId="{77D2A83F-F8F7-4B59-9D3A-E48993272C10}" type="parTrans" cxnId="{2871D087-5897-4752-B94A-335C72916961}">
      <dgm:prSet/>
      <dgm:spPr/>
      <dgm:t>
        <a:bodyPr/>
        <a:lstStyle/>
        <a:p>
          <a:endParaRPr lang="en-US"/>
        </a:p>
      </dgm:t>
    </dgm:pt>
    <dgm:pt modelId="{308E9058-049A-4766-A750-3E85F1930996}" type="sibTrans" cxnId="{2871D087-5897-4752-B94A-335C72916961}">
      <dgm:prSet/>
      <dgm:spPr/>
      <dgm:t>
        <a:bodyPr/>
        <a:lstStyle/>
        <a:p>
          <a:endParaRPr lang="en-US"/>
        </a:p>
      </dgm:t>
    </dgm:pt>
    <dgm:pt modelId="{A3BC6355-34ED-405C-AA7D-ECD0588F93CB}">
      <dgm:prSet/>
      <dgm:spPr/>
      <dgm:t>
        <a:bodyPr/>
        <a:lstStyle/>
        <a:p>
          <a:r>
            <a:rPr lang="en-GB"/>
            <a:t>Pressure mat</a:t>
          </a:r>
          <a:endParaRPr lang="en-US"/>
        </a:p>
      </dgm:t>
    </dgm:pt>
    <dgm:pt modelId="{FF6B540D-1CE7-4D7F-8507-FD1AD54A01B9}" type="parTrans" cxnId="{30D3E605-37AD-41A3-97C9-F341C61C2589}">
      <dgm:prSet/>
      <dgm:spPr/>
      <dgm:t>
        <a:bodyPr/>
        <a:lstStyle/>
        <a:p>
          <a:endParaRPr lang="en-US"/>
        </a:p>
      </dgm:t>
    </dgm:pt>
    <dgm:pt modelId="{DC136523-767D-4313-A1F5-62E605A00844}" type="sibTrans" cxnId="{30D3E605-37AD-41A3-97C9-F341C61C2589}">
      <dgm:prSet/>
      <dgm:spPr/>
      <dgm:t>
        <a:bodyPr/>
        <a:lstStyle/>
        <a:p>
          <a:endParaRPr lang="en-US"/>
        </a:p>
      </dgm:t>
    </dgm:pt>
    <dgm:pt modelId="{11A5E9AE-640A-40A4-A7DB-68F5BD30331F}" type="pres">
      <dgm:prSet presAssocID="{956794A4-FB82-4D0E-9F45-76AD06A74519}" presName="Name0" presStyleCnt="0">
        <dgm:presLayoutVars>
          <dgm:dir/>
          <dgm:resizeHandles val="exact"/>
        </dgm:presLayoutVars>
      </dgm:prSet>
      <dgm:spPr/>
    </dgm:pt>
    <dgm:pt modelId="{1919BC0A-E515-467B-A705-A12C48785206}" type="pres">
      <dgm:prSet presAssocID="{B21EA4E4-11A7-498A-9695-F0C418A848C5}" presName="composite" presStyleCnt="0"/>
      <dgm:spPr/>
    </dgm:pt>
    <dgm:pt modelId="{CC3AF85C-CB63-4D8F-88C2-37B1E517B185}" type="pres">
      <dgm:prSet presAssocID="{B21EA4E4-11A7-498A-9695-F0C418A848C5}" presName="rect1" presStyleLbl="bgImgPlace1" presStyleIdx="0" presStyleCnt="15"/>
      <dgm:spPr>
        <a:blipFill>
          <a:blip xmlns:r="http://schemas.openxmlformats.org/officeDocument/2006/relationships" r:embed="rId1">
            <a:extLst>
              <a:ext uri="{96DAC541-7B7A-43D3-8B79-37D633B846F1}">
                <asvg:svgBlip xmlns:asvg="http://schemas.microsoft.com/office/drawing/2016/SVG/main" r:embed="rId2"/>
              </a:ext>
            </a:extLst>
          </a:blip>
          <a:srcRect/>
          <a:stretch>
            <a:fillRect t="-9000" b="-9000"/>
          </a:stretch>
        </a:blipFill>
      </dgm:spPr>
      <dgm:extLst>
        <a:ext uri="{E40237B7-FDA0-4F09-8148-C483321AD2D9}">
          <dgm14:cNvPr xmlns:dgm14="http://schemas.microsoft.com/office/drawing/2010/diagram" id="0" name="" descr="Thermometer with solid fill"/>
        </a:ext>
      </dgm:extLst>
    </dgm:pt>
    <dgm:pt modelId="{90F66338-965D-466A-96C9-43F4F9D70D94}" type="pres">
      <dgm:prSet presAssocID="{B21EA4E4-11A7-498A-9695-F0C418A848C5}" presName="wedgeRectCallout1" presStyleLbl="node1" presStyleIdx="0" presStyleCnt="15">
        <dgm:presLayoutVars>
          <dgm:bulletEnabled val="1"/>
        </dgm:presLayoutVars>
      </dgm:prSet>
      <dgm:spPr/>
    </dgm:pt>
    <dgm:pt modelId="{AEADB1BF-4EFD-47E9-8C80-FB620038B5FE}" type="pres">
      <dgm:prSet presAssocID="{16967756-BEF4-4FB1-8F3E-14D780A5F00F}" presName="sibTrans" presStyleCnt="0"/>
      <dgm:spPr/>
    </dgm:pt>
    <dgm:pt modelId="{CA017315-7BDC-453F-85F9-E687B9642A64}" type="pres">
      <dgm:prSet presAssocID="{BA1507CF-A431-47AA-8D1A-7DA8352822EB}" presName="composite" presStyleCnt="0"/>
      <dgm:spPr/>
    </dgm:pt>
    <dgm:pt modelId="{FE832767-C74B-41CE-A26D-7F7D2DC8306D}" type="pres">
      <dgm:prSet presAssocID="{BA1507CF-A431-47AA-8D1A-7DA8352822EB}" presName="rect1" presStyleLbl="bgImgPlace1" presStyleIdx="1" presStyleCnt="15"/>
      <dgm:spPr>
        <a:blipFill>
          <a:blip xmlns:r="http://schemas.openxmlformats.org/officeDocument/2006/relationships" r:embed="rId3">
            <a:extLst>
              <a:ext uri="{96DAC541-7B7A-43D3-8B79-37D633B846F1}">
                <asvg:svgBlip xmlns:asvg="http://schemas.microsoft.com/office/drawing/2016/SVG/main" r:embed="rId4"/>
              </a:ext>
            </a:extLst>
          </a:blip>
          <a:srcRect/>
          <a:stretch>
            <a:fillRect t="-9000" b="-9000"/>
          </a:stretch>
        </a:blipFill>
      </dgm:spPr>
      <dgm:extLst>
        <a:ext uri="{E40237B7-FDA0-4F09-8148-C483321AD2D9}">
          <dgm14:cNvPr xmlns:dgm14="http://schemas.microsoft.com/office/drawing/2010/diagram" id="0" name="" descr="Leaf outline"/>
        </a:ext>
      </dgm:extLst>
    </dgm:pt>
    <dgm:pt modelId="{FA32B703-3B99-47EA-A345-13F72B4EBF1F}" type="pres">
      <dgm:prSet presAssocID="{BA1507CF-A431-47AA-8D1A-7DA8352822EB}" presName="wedgeRectCallout1" presStyleLbl="node1" presStyleIdx="1" presStyleCnt="15">
        <dgm:presLayoutVars>
          <dgm:bulletEnabled val="1"/>
        </dgm:presLayoutVars>
      </dgm:prSet>
      <dgm:spPr/>
    </dgm:pt>
    <dgm:pt modelId="{C2CAB412-FE23-4FD7-AF64-D4E516E1EE80}" type="pres">
      <dgm:prSet presAssocID="{73E955CE-F7FA-4C06-BE78-89CE233AD257}" presName="sibTrans" presStyleCnt="0"/>
      <dgm:spPr/>
    </dgm:pt>
    <dgm:pt modelId="{2D68341E-C457-423B-A231-56C650EFB449}" type="pres">
      <dgm:prSet presAssocID="{728FAA08-F498-4E3F-9DCF-61C0F5459085}" presName="composite" presStyleCnt="0"/>
      <dgm:spPr/>
    </dgm:pt>
    <dgm:pt modelId="{D75B4B5C-3EA7-4609-A0D9-D17E1947BA80}" type="pres">
      <dgm:prSet presAssocID="{728FAA08-F498-4E3F-9DCF-61C0F5459085}" presName="rect1" presStyleLbl="bgImgPlace1" presStyleIdx="2" presStyleCnt="15"/>
      <dgm:spPr>
        <a:blipFill>
          <a:blip xmlns:r="http://schemas.openxmlformats.org/officeDocument/2006/relationships" r:embed="rId5">
            <a:extLst>
              <a:ext uri="{96DAC541-7B7A-43D3-8B79-37D633B846F1}">
                <asvg:svgBlip xmlns:asvg="http://schemas.microsoft.com/office/drawing/2016/SVG/main" r:embed="rId6"/>
              </a:ext>
            </a:extLst>
          </a:blip>
          <a:srcRect/>
          <a:stretch>
            <a:fillRect t="-9000" b="-9000"/>
          </a:stretch>
        </a:blipFill>
      </dgm:spPr>
      <dgm:extLst>
        <a:ext uri="{E40237B7-FDA0-4F09-8148-C483321AD2D9}">
          <dgm14:cNvPr xmlns:dgm14="http://schemas.microsoft.com/office/drawing/2010/diagram" id="0" name="" descr="Lights On with solid fill"/>
        </a:ext>
      </dgm:extLst>
    </dgm:pt>
    <dgm:pt modelId="{C5148E1A-4B86-4119-9001-A7B0936D997A}" type="pres">
      <dgm:prSet presAssocID="{728FAA08-F498-4E3F-9DCF-61C0F5459085}" presName="wedgeRectCallout1" presStyleLbl="node1" presStyleIdx="2" presStyleCnt="15">
        <dgm:presLayoutVars>
          <dgm:bulletEnabled val="1"/>
        </dgm:presLayoutVars>
      </dgm:prSet>
      <dgm:spPr/>
    </dgm:pt>
    <dgm:pt modelId="{7C266D37-94E3-4874-88EF-0F099824AB70}" type="pres">
      <dgm:prSet presAssocID="{AD2A672F-3A5C-47A2-8ACF-B19F291C530B}" presName="sibTrans" presStyleCnt="0"/>
      <dgm:spPr/>
    </dgm:pt>
    <dgm:pt modelId="{003A5731-9B54-4B1C-9F26-C0276FDCF034}" type="pres">
      <dgm:prSet presAssocID="{ADF09B6F-B39D-4052-A3EE-A48E07E5C335}" presName="composite" presStyleCnt="0"/>
      <dgm:spPr/>
    </dgm:pt>
    <dgm:pt modelId="{1B60844F-B481-4462-99B9-9D0731D253C3}" type="pres">
      <dgm:prSet presAssocID="{ADF09B6F-B39D-4052-A3EE-A48E07E5C335}" presName="rect1" presStyleLbl="bgImgPlace1" presStyleIdx="3" presStyleCnt="15"/>
      <dgm:spPr>
        <a:blipFill>
          <a:blip xmlns:r="http://schemas.openxmlformats.org/officeDocument/2006/relationships" r:embed="rId7">
            <a:extLst>
              <a:ext uri="{96DAC541-7B7A-43D3-8B79-37D633B846F1}">
                <asvg:svgBlip xmlns:asvg="http://schemas.microsoft.com/office/drawing/2016/SVG/main" r:embed="rId8"/>
              </a:ext>
            </a:extLst>
          </a:blip>
          <a:srcRect/>
          <a:stretch>
            <a:fillRect t="-9000" b="-9000"/>
          </a:stretch>
        </a:blipFill>
      </dgm:spPr>
      <dgm:extLst>
        <a:ext uri="{E40237B7-FDA0-4F09-8148-C483321AD2D9}">
          <dgm14:cNvPr xmlns:dgm14="http://schemas.microsoft.com/office/drawing/2010/diagram" id="0" name="" descr="Power Plant outline"/>
        </a:ext>
      </dgm:extLst>
    </dgm:pt>
    <dgm:pt modelId="{5178E61D-40EE-40CF-9A00-BA218E460FAD}" type="pres">
      <dgm:prSet presAssocID="{ADF09B6F-B39D-4052-A3EE-A48E07E5C335}" presName="wedgeRectCallout1" presStyleLbl="node1" presStyleIdx="3" presStyleCnt="15">
        <dgm:presLayoutVars>
          <dgm:bulletEnabled val="1"/>
        </dgm:presLayoutVars>
      </dgm:prSet>
      <dgm:spPr/>
    </dgm:pt>
    <dgm:pt modelId="{641CAEAC-7BFF-4A77-A7C3-2C81E52A1BFA}" type="pres">
      <dgm:prSet presAssocID="{58FC3047-6BC5-4BB7-8C39-41092E7F7AA3}" presName="sibTrans" presStyleCnt="0"/>
      <dgm:spPr/>
    </dgm:pt>
    <dgm:pt modelId="{2F1600AD-A4BF-4C95-AD34-9008A4E7045D}" type="pres">
      <dgm:prSet presAssocID="{778556B4-F18B-4D63-85A5-62EA94E32D0C}" presName="composite" presStyleCnt="0"/>
      <dgm:spPr/>
    </dgm:pt>
    <dgm:pt modelId="{15F580CC-1D5E-42B6-A5C5-047A10770FCD}" type="pres">
      <dgm:prSet presAssocID="{778556B4-F18B-4D63-85A5-62EA94E32D0C}" presName="rect1" presStyleLbl="bgImgPlace1" presStyleIdx="4" presStyleCnt="15"/>
      <dgm:spPr>
        <a:blipFill>
          <a:blip xmlns:r="http://schemas.openxmlformats.org/officeDocument/2006/relationships" r:embed="rId9">
            <a:extLst>
              <a:ext uri="{96DAC541-7B7A-43D3-8B79-37D633B846F1}">
                <asvg:svgBlip xmlns:asvg="http://schemas.microsoft.com/office/drawing/2016/SVG/main" r:embed="rId10"/>
              </a:ext>
            </a:extLst>
          </a:blip>
          <a:srcRect/>
          <a:stretch>
            <a:fillRect t="-9000" b="-9000"/>
          </a:stretch>
        </a:blipFill>
      </dgm:spPr>
      <dgm:extLst>
        <a:ext uri="{E40237B7-FDA0-4F09-8148-C483321AD2D9}">
          <dgm14:cNvPr xmlns:dgm14="http://schemas.microsoft.com/office/drawing/2010/diagram" id="0" name="" descr="Walk outline"/>
        </a:ext>
      </dgm:extLst>
    </dgm:pt>
    <dgm:pt modelId="{1FF1A7D4-ADE1-4392-8CD2-5B155B324E07}" type="pres">
      <dgm:prSet presAssocID="{778556B4-F18B-4D63-85A5-62EA94E32D0C}" presName="wedgeRectCallout1" presStyleLbl="node1" presStyleIdx="4" presStyleCnt="15">
        <dgm:presLayoutVars>
          <dgm:bulletEnabled val="1"/>
        </dgm:presLayoutVars>
      </dgm:prSet>
      <dgm:spPr/>
    </dgm:pt>
    <dgm:pt modelId="{C44561DD-4D1B-4D60-970A-FA09ADCF45AC}" type="pres">
      <dgm:prSet presAssocID="{9523C5FE-D84F-449D-A93B-CCA72CC815E8}" presName="sibTrans" presStyleCnt="0"/>
      <dgm:spPr/>
    </dgm:pt>
    <dgm:pt modelId="{990D691B-F1A4-4B48-B516-F311380EBEE0}" type="pres">
      <dgm:prSet presAssocID="{3F65F4DC-49F6-4360-99BB-A6E6EE3F1754}" presName="composite" presStyleCnt="0"/>
      <dgm:spPr/>
    </dgm:pt>
    <dgm:pt modelId="{32593DD4-A72A-46F1-8459-C35595D56DBF}" type="pres">
      <dgm:prSet presAssocID="{3F65F4DC-49F6-4360-99BB-A6E6EE3F1754}" presName="rect1" presStyleLbl="bgImgPlace1" presStyleIdx="5" presStyleCnt="15"/>
      <dgm:spPr>
        <a:blipFill>
          <a:blip xmlns:r="http://schemas.openxmlformats.org/officeDocument/2006/relationships" r:embed="rId11">
            <a:extLst>
              <a:ext uri="{96DAC541-7B7A-43D3-8B79-37D633B846F1}">
                <asvg:svgBlip xmlns:asvg="http://schemas.microsoft.com/office/drawing/2016/SVG/main" r:embed="rId12"/>
              </a:ext>
            </a:extLst>
          </a:blip>
          <a:srcRect/>
          <a:stretch>
            <a:fillRect t="-9000" b="-9000"/>
          </a:stretch>
        </a:blipFill>
      </dgm:spPr>
      <dgm:extLst>
        <a:ext uri="{E40237B7-FDA0-4F09-8148-C483321AD2D9}">
          <dgm14:cNvPr xmlns:dgm14="http://schemas.microsoft.com/office/drawing/2010/diagram" id="0" name="" descr="Radioactive outline"/>
        </a:ext>
      </dgm:extLst>
    </dgm:pt>
    <dgm:pt modelId="{6EFFF650-22A9-4D9E-80EA-B6718D4DFDCD}" type="pres">
      <dgm:prSet presAssocID="{3F65F4DC-49F6-4360-99BB-A6E6EE3F1754}" presName="wedgeRectCallout1" presStyleLbl="node1" presStyleIdx="5" presStyleCnt="15">
        <dgm:presLayoutVars>
          <dgm:bulletEnabled val="1"/>
        </dgm:presLayoutVars>
      </dgm:prSet>
      <dgm:spPr/>
    </dgm:pt>
    <dgm:pt modelId="{D3A0433E-50F1-43D1-A689-47A79842C1DE}" type="pres">
      <dgm:prSet presAssocID="{C8EFBE6C-955B-4BB6-BF26-1D4837D65C4D}" presName="sibTrans" presStyleCnt="0"/>
      <dgm:spPr/>
    </dgm:pt>
    <dgm:pt modelId="{DEC12D6F-E571-42A7-9615-A10590ED1901}" type="pres">
      <dgm:prSet presAssocID="{F6C31472-F7F8-491D-BC64-3E1ADDE04AB7}" presName="composite" presStyleCnt="0"/>
      <dgm:spPr/>
    </dgm:pt>
    <dgm:pt modelId="{A8AFCC5D-309A-4B75-A141-24F9481CF17A}" type="pres">
      <dgm:prSet presAssocID="{F6C31472-F7F8-491D-BC64-3E1ADDE04AB7}" presName="rect1" presStyleLbl="bgImgPlace1" presStyleIdx="6" presStyleCnt="15"/>
      <dgm:spPr>
        <a:blipFill>
          <a:blip xmlns:r="http://schemas.openxmlformats.org/officeDocument/2006/relationships" r:embed="rId13">
            <a:extLst>
              <a:ext uri="{96DAC541-7B7A-43D3-8B79-37D633B846F1}">
                <asvg:svgBlip xmlns:asvg="http://schemas.microsoft.com/office/drawing/2016/SVG/main" r:embed="rId14"/>
              </a:ext>
            </a:extLst>
          </a:blip>
          <a:srcRect/>
          <a:stretch>
            <a:fillRect t="-9000" b="-9000"/>
          </a:stretch>
        </a:blipFill>
      </dgm:spPr>
      <dgm:extLst>
        <a:ext uri="{E40237B7-FDA0-4F09-8148-C483321AD2D9}">
          <dgm14:cNvPr xmlns:dgm14="http://schemas.microsoft.com/office/drawing/2010/diagram" id="0" name="" descr="Fire outline"/>
        </a:ext>
      </dgm:extLst>
    </dgm:pt>
    <dgm:pt modelId="{ED4FBC48-BAA0-4FBD-8B8F-6AF125E458E2}" type="pres">
      <dgm:prSet presAssocID="{F6C31472-F7F8-491D-BC64-3E1ADDE04AB7}" presName="wedgeRectCallout1" presStyleLbl="node1" presStyleIdx="6" presStyleCnt="15">
        <dgm:presLayoutVars>
          <dgm:bulletEnabled val="1"/>
        </dgm:presLayoutVars>
      </dgm:prSet>
      <dgm:spPr/>
    </dgm:pt>
    <dgm:pt modelId="{E2E10C59-F65C-4894-8144-F0CE0AC2E1E6}" type="pres">
      <dgm:prSet presAssocID="{8CC15CE9-C808-4E3D-8B63-1B43E872673E}" presName="sibTrans" presStyleCnt="0"/>
      <dgm:spPr/>
    </dgm:pt>
    <dgm:pt modelId="{4AD19393-AD09-43F6-AF87-E550F7EEEF5D}" type="pres">
      <dgm:prSet presAssocID="{8434A742-21C0-4376-ABB9-215537A60D03}" presName="composite" presStyleCnt="0"/>
      <dgm:spPr/>
    </dgm:pt>
    <dgm:pt modelId="{BDC6FBE8-8ECC-411E-9771-6F8D12C27507}" type="pres">
      <dgm:prSet presAssocID="{8434A742-21C0-4376-ABB9-215537A60D03}" presName="rect1" presStyleLbl="bgImgPlace1" presStyleIdx="7" presStyleCnt="15"/>
      <dgm:spPr>
        <a:blipFill>
          <a:blip xmlns:r="http://schemas.openxmlformats.org/officeDocument/2006/relationships" r:embed="rId15">
            <a:extLst>
              <a:ext uri="{96DAC541-7B7A-43D3-8B79-37D633B846F1}">
                <asvg:svgBlip xmlns:asvg="http://schemas.microsoft.com/office/drawing/2016/SVG/main" r:embed="rId16"/>
              </a:ext>
            </a:extLst>
          </a:blip>
          <a:srcRect/>
          <a:stretch>
            <a:fillRect t="-9000" b="-9000"/>
          </a:stretch>
        </a:blipFill>
      </dgm:spPr>
      <dgm:extLst>
        <a:ext uri="{E40237B7-FDA0-4F09-8148-C483321AD2D9}">
          <dgm14:cNvPr xmlns:dgm14="http://schemas.microsoft.com/office/drawing/2010/diagram" id="0" name="" descr="Broken Fire Hydrant outline"/>
        </a:ext>
      </dgm:extLst>
    </dgm:pt>
    <dgm:pt modelId="{3C90B31D-10D7-4C0E-A242-C8B78281B596}" type="pres">
      <dgm:prSet presAssocID="{8434A742-21C0-4376-ABB9-215537A60D03}" presName="wedgeRectCallout1" presStyleLbl="node1" presStyleIdx="7" presStyleCnt="15">
        <dgm:presLayoutVars>
          <dgm:bulletEnabled val="1"/>
        </dgm:presLayoutVars>
      </dgm:prSet>
      <dgm:spPr/>
    </dgm:pt>
    <dgm:pt modelId="{FD1AD028-BFED-4A95-8DDE-590C02E21A49}" type="pres">
      <dgm:prSet presAssocID="{447439E8-E2C1-48F8-A2D0-2D24A7857233}" presName="sibTrans" presStyleCnt="0"/>
      <dgm:spPr/>
    </dgm:pt>
    <dgm:pt modelId="{0420899F-7F3B-44DA-BD9C-73E0D1C8E7BD}" type="pres">
      <dgm:prSet presAssocID="{55384218-A4DE-4E0D-B7AD-C1986E2535BA}" presName="composite" presStyleCnt="0"/>
      <dgm:spPr/>
    </dgm:pt>
    <dgm:pt modelId="{E51B05A1-7500-40BC-901C-D82DDA23682B}" type="pres">
      <dgm:prSet presAssocID="{55384218-A4DE-4E0D-B7AD-C1986E2535BA}" presName="rect1" presStyleLbl="bgImgPlace1" presStyleIdx="8" presStyleCnt="15"/>
      <dgm:spPr>
        <a:blipFill>
          <a:blip xmlns:r="http://schemas.openxmlformats.org/officeDocument/2006/relationships" r:embed="rId17">
            <a:extLst>
              <a:ext uri="{96DAC541-7B7A-43D3-8B79-37D633B846F1}">
                <asvg:svgBlip xmlns:asvg="http://schemas.microsoft.com/office/drawing/2016/SVG/main" r:embed="rId18"/>
              </a:ext>
            </a:extLst>
          </a:blip>
          <a:srcRect/>
          <a:stretch>
            <a:fillRect t="-9000" b="-9000"/>
          </a:stretch>
        </a:blipFill>
      </dgm:spPr>
      <dgm:extLst>
        <a:ext uri="{E40237B7-FDA0-4F09-8148-C483321AD2D9}">
          <dgm14:cNvPr xmlns:dgm14="http://schemas.microsoft.com/office/drawing/2010/diagram" id="0" name="" descr="Megaphone1 outline"/>
        </a:ext>
      </dgm:extLst>
    </dgm:pt>
    <dgm:pt modelId="{D4B0AD6D-5338-4B82-92AB-F37D4B96C3CC}" type="pres">
      <dgm:prSet presAssocID="{55384218-A4DE-4E0D-B7AD-C1986E2535BA}" presName="wedgeRectCallout1" presStyleLbl="node1" presStyleIdx="8" presStyleCnt="15">
        <dgm:presLayoutVars>
          <dgm:bulletEnabled val="1"/>
        </dgm:presLayoutVars>
      </dgm:prSet>
      <dgm:spPr/>
    </dgm:pt>
    <dgm:pt modelId="{6ADF22BD-5D29-4872-A48A-2FBB6E6286C5}" type="pres">
      <dgm:prSet presAssocID="{F82005C4-713A-4338-A822-DA86C487C033}" presName="sibTrans" presStyleCnt="0"/>
      <dgm:spPr/>
    </dgm:pt>
    <dgm:pt modelId="{4628DBC2-BDDA-430C-87E8-2483DF7C2D61}" type="pres">
      <dgm:prSet presAssocID="{7C7C9DAB-1AB6-4429-9F6D-3416EB48EF47}" presName="composite" presStyleCnt="0"/>
      <dgm:spPr/>
    </dgm:pt>
    <dgm:pt modelId="{D991244F-15F6-4A9E-AE44-B1A08C1CA672}" type="pres">
      <dgm:prSet presAssocID="{7C7C9DAB-1AB6-4429-9F6D-3416EB48EF47}" presName="rect1" presStyleLbl="bgImgPlace1" presStyleIdx="9" presStyleCnt="15"/>
      <dgm:spPr>
        <a:blipFill>
          <a:blip xmlns:r="http://schemas.openxmlformats.org/officeDocument/2006/relationships" r:embed="rId19">
            <a:extLst>
              <a:ext uri="{96DAC541-7B7A-43D3-8B79-37D633B846F1}">
                <asvg:svgBlip xmlns:asvg="http://schemas.microsoft.com/office/drawing/2016/SVG/main" r:embed="rId20"/>
              </a:ext>
            </a:extLst>
          </a:blip>
          <a:srcRect/>
          <a:stretch>
            <a:fillRect t="-9000" b="-9000"/>
          </a:stretch>
        </a:blipFill>
      </dgm:spPr>
      <dgm:extLst>
        <a:ext uri="{E40237B7-FDA0-4F09-8148-C483321AD2D9}">
          <dgm14:cNvPr xmlns:dgm14="http://schemas.microsoft.com/office/drawing/2010/diagram" id="0" name="" descr="Phone Vibration outline"/>
        </a:ext>
      </dgm:extLst>
    </dgm:pt>
    <dgm:pt modelId="{551F63A6-087C-4F37-843C-47E1AC8C2E7A}" type="pres">
      <dgm:prSet presAssocID="{7C7C9DAB-1AB6-4429-9F6D-3416EB48EF47}" presName="wedgeRectCallout1" presStyleLbl="node1" presStyleIdx="9" presStyleCnt="15">
        <dgm:presLayoutVars>
          <dgm:bulletEnabled val="1"/>
        </dgm:presLayoutVars>
      </dgm:prSet>
      <dgm:spPr/>
    </dgm:pt>
    <dgm:pt modelId="{D62038A4-6C02-4E12-AF00-7323EE3B33DA}" type="pres">
      <dgm:prSet presAssocID="{D1E51FC5-D046-47B1-A688-D130C26B1936}" presName="sibTrans" presStyleCnt="0"/>
      <dgm:spPr/>
    </dgm:pt>
    <dgm:pt modelId="{9A278A32-8292-4560-ACAE-63256B10EE0D}" type="pres">
      <dgm:prSet presAssocID="{F5A42408-71D6-47BF-9146-1D2329682848}" presName="composite" presStyleCnt="0"/>
      <dgm:spPr/>
    </dgm:pt>
    <dgm:pt modelId="{150C4472-B259-4D2B-A6E1-86B2A479787E}" type="pres">
      <dgm:prSet presAssocID="{F5A42408-71D6-47BF-9146-1D2329682848}" presName="rect1" presStyleLbl="bgImgPlace1" presStyleIdx="10" presStyleCnt="15"/>
      <dgm:spPr>
        <a:blipFill>
          <a:blip xmlns:r="http://schemas.openxmlformats.org/officeDocument/2006/relationships" r:embed="rId21">
            <a:extLst>
              <a:ext uri="{96DAC541-7B7A-43D3-8B79-37D633B846F1}">
                <asvg:svgBlip xmlns:asvg="http://schemas.microsoft.com/office/drawing/2016/SVG/main" r:embed="rId22"/>
              </a:ext>
            </a:extLst>
          </a:blip>
          <a:srcRect/>
          <a:stretch>
            <a:fillRect t="-9000" b="-9000"/>
          </a:stretch>
        </a:blipFill>
      </dgm:spPr>
      <dgm:extLst>
        <a:ext uri="{E40237B7-FDA0-4F09-8148-C483321AD2D9}">
          <dgm14:cNvPr xmlns:dgm14="http://schemas.microsoft.com/office/drawing/2010/diagram" id="0" name="" descr="Battery outline"/>
        </a:ext>
      </dgm:extLst>
    </dgm:pt>
    <dgm:pt modelId="{4C2AFE14-17DD-4D63-B06A-1D38BBFACDC9}" type="pres">
      <dgm:prSet presAssocID="{F5A42408-71D6-47BF-9146-1D2329682848}" presName="wedgeRectCallout1" presStyleLbl="node1" presStyleIdx="10" presStyleCnt="15">
        <dgm:presLayoutVars>
          <dgm:bulletEnabled val="1"/>
        </dgm:presLayoutVars>
      </dgm:prSet>
      <dgm:spPr/>
    </dgm:pt>
    <dgm:pt modelId="{790E4527-BD60-41B1-B5A8-2DC32B33A9FC}" type="pres">
      <dgm:prSet presAssocID="{3DD210F7-61F0-4AD5-BD35-B066C5A6AEF0}" presName="sibTrans" presStyleCnt="0"/>
      <dgm:spPr/>
    </dgm:pt>
    <dgm:pt modelId="{99C5A6A5-97D6-41BF-A2F1-F5F9ADE36843}" type="pres">
      <dgm:prSet presAssocID="{36B7B514-BC49-4800-A853-FC78FFBB10E1}" presName="composite" presStyleCnt="0"/>
      <dgm:spPr/>
    </dgm:pt>
    <dgm:pt modelId="{BF7D15EC-7000-435D-9B5A-CC99844056BA}" type="pres">
      <dgm:prSet presAssocID="{36B7B514-BC49-4800-A853-FC78FFBB10E1}" presName="rect1" presStyleLbl="bgImgPlace1" presStyleIdx="11" presStyleCnt="15"/>
      <dgm:spPr>
        <a:blipFill>
          <a:blip xmlns:r="http://schemas.openxmlformats.org/officeDocument/2006/relationships" r:embed="rId23">
            <a:extLst>
              <a:ext uri="{96DAC541-7B7A-43D3-8B79-37D633B846F1}">
                <asvg:svgBlip xmlns:asvg="http://schemas.microsoft.com/office/drawing/2016/SVG/main" r:embed="rId24"/>
              </a:ext>
            </a:extLst>
          </a:blip>
          <a:srcRect/>
          <a:stretch>
            <a:fillRect t="-9000" b="-9000"/>
          </a:stretch>
        </a:blipFill>
      </dgm:spPr>
      <dgm:extLst>
        <a:ext uri="{E40237B7-FDA0-4F09-8148-C483321AD2D9}">
          <dgm14:cNvPr xmlns:dgm14="http://schemas.microsoft.com/office/drawing/2010/diagram" id="0" name="" descr="Dim (Medium Sun) outline"/>
        </a:ext>
      </dgm:extLst>
    </dgm:pt>
    <dgm:pt modelId="{81EDF7E5-7C64-4032-805E-9DEAFBECECBF}" type="pres">
      <dgm:prSet presAssocID="{36B7B514-BC49-4800-A853-FC78FFBB10E1}" presName="wedgeRectCallout1" presStyleLbl="node1" presStyleIdx="11" presStyleCnt="15">
        <dgm:presLayoutVars>
          <dgm:bulletEnabled val="1"/>
        </dgm:presLayoutVars>
      </dgm:prSet>
      <dgm:spPr/>
    </dgm:pt>
    <dgm:pt modelId="{536417DF-AB53-4023-ACED-16AA4D4D1A03}" type="pres">
      <dgm:prSet presAssocID="{53442A75-CDE6-433D-8C36-B90ED178D31B}" presName="sibTrans" presStyleCnt="0"/>
      <dgm:spPr/>
    </dgm:pt>
    <dgm:pt modelId="{026B8286-A8BC-471C-9FE3-33328B8C2B5A}" type="pres">
      <dgm:prSet presAssocID="{FA84BC56-877C-4F1E-B57A-BB1C01E2271C}" presName="composite" presStyleCnt="0"/>
      <dgm:spPr/>
    </dgm:pt>
    <dgm:pt modelId="{A3F698E1-A789-459B-ADF4-2EB0CCEBAE78}" type="pres">
      <dgm:prSet presAssocID="{FA84BC56-877C-4F1E-B57A-BB1C01E2271C}" presName="rect1" presStyleLbl="bgImgPlace1" presStyleIdx="12" presStyleCnt="15"/>
      <dgm:spPr>
        <a:blipFill>
          <a:blip xmlns:r="http://schemas.openxmlformats.org/officeDocument/2006/relationships" r:embed="rId25">
            <a:extLst>
              <a:ext uri="{96DAC541-7B7A-43D3-8B79-37D633B846F1}">
                <asvg:svgBlip xmlns:asvg="http://schemas.microsoft.com/office/drawing/2016/SVG/main" r:embed="rId26"/>
              </a:ext>
            </a:extLst>
          </a:blip>
          <a:srcRect/>
          <a:stretch>
            <a:fillRect t="-9000" b="-9000"/>
          </a:stretch>
        </a:blipFill>
      </dgm:spPr>
      <dgm:extLst>
        <a:ext uri="{E40237B7-FDA0-4F09-8148-C483321AD2D9}">
          <dgm14:cNvPr xmlns:dgm14="http://schemas.microsoft.com/office/drawing/2010/diagram" id="0" name="" descr="Rain outline"/>
        </a:ext>
      </dgm:extLst>
    </dgm:pt>
    <dgm:pt modelId="{6F500C92-AB65-490A-A9A0-90BD50BDAE5B}" type="pres">
      <dgm:prSet presAssocID="{FA84BC56-877C-4F1E-B57A-BB1C01E2271C}" presName="wedgeRectCallout1" presStyleLbl="node1" presStyleIdx="12" presStyleCnt="15">
        <dgm:presLayoutVars>
          <dgm:bulletEnabled val="1"/>
        </dgm:presLayoutVars>
      </dgm:prSet>
      <dgm:spPr/>
    </dgm:pt>
    <dgm:pt modelId="{E553E2E0-8F13-4129-A231-AA14CEAFCDDE}" type="pres">
      <dgm:prSet presAssocID="{190A2AEE-7AA5-43F4-A764-40F9335D5A78}" presName="sibTrans" presStyleCnt="0"/>
      <dgm:spPr/>
    </dgm:pt>
    <dgm:pt modelId="{CCE416B9-EE44-442A-888A-86FB94993AD9}" type="pres">
      <dgm:prSet presAssocID="{14C6DFA7-6D09-4C2E-95AF-DCA3E3D84D0E}" presName="composite" presStyleCnt="0"/>
      <dgm:spPr/>
    </dgm:pt>
    <dgm:pt modelId="{6C278F5D-EFE3-430E-A6FF-45D8C3D06261}" type="pres">
      <dgm:prSet presAssocID="{14C6DFA7-6D09-4C2E-95AF-DCA3E3D84D0E}" presName="rect1" presStyleLbl="bgImgPlace1" presStyleIdx="13" presStyleCnt="15"/>
      <dgm:spPr>
        <a:blipFill>
          <a:blip xmlns:r="http://schemas.openxmlformats.org/officeDocument/2006/relationships" r:embed="rId27">
            <a:extLst>
              <a:ext uri="{96DAC541-7B7A-43D3-8B79-37D633B846F1}">
                <asvg:svgBlip xmlns:asvg="http://schemas.microsoft.com/office/drawing/2016/SVG/main" r:embed="rId28"/>
              </a:ext>
            </a:extLst>
          </a:blip>
          <a:srcRect/>
          <a:stretch>
            <a:fillRect t="-9000" b="-9000"/>
          </a:stretch>
        </a:blipFill>
      </dgm:spPr>
      <dgm:extLst>
        <a:ext uri="{E40237B7-FDA0-4F09-8148-C483321AD2D9}">
          <dgm14:cNvPr xmlns:dgm14="http://schemas.microsoft.com/office/drawing/2010/diagram" id="0" name="" descr="Window outline"/>
        </a:ext>
      </dgm:extLst>
    </dgm:pt>
    <dgm:pt modelId="{830C599C-C4AC-41D2-BD2F-209125C9EC47}" type="pres">
      <dgm:prSet presAssocID="{14C6DFA7-6D09-4C2E-95AF-DCA3E3D84D0E}" presName="wedgeRectCallout1" presStyleLbl="node1" presStyleIdx="13" presStyleCnt="15">
        <dgm:presLayoutVars>
          <dgm:bulletEnabled val="1"/>
        </dgm:presLayoutVars>
      </dgm:prSet>
      <dgm:spPr/>
    </dgm:pt>
    <dgm:pt modelId="{3228F0CE-DE52-4B7B-B7D9-373DD8B053EE}" type="pres">
      <dgm:prSet presAssocID="{308E9058-049A-4766-A750-3E85F1930996}" presName="sibTrans" presStyleCnt="0"/>
      <dgm:spPr/>
    </dgm:pt>
    <dgm:pt modelId="{E0A59B00-A263-45CD-B763-26DE6CEF2C10}" type="pres">
      <dgm:prSet presAssocID="{A3BC6355-34ED-405C-AA7D-ECD0588F93CB}" presName="composite" presStyleCnt="0"/>
      <dgm:spPr/>
    </dgm:pt>
    <dgm:pt modelId="{C40828BE-FAB6-4DC4-85EE-90C8B2DABAD5}" type="pres">
      <dgm:prSet presAssocID="{A3BC6355-34ED-405C-AA7D-ECD0588F93CB}" presName="rect1" presStyleLbl="bgImgPlace1" presStyleIdx="14" presStyleCnt="15"/>
      <dgm:spPr>
        <a:blipFill>
          <a:blip xmlns:r="http://schemas.openxmlformats.org/officeDocument/2006/relationships" r:embed="rId29">
            <a:extLst>
              <a:ext uri="{96DAC541-7B7A-43D3-8B79-37D633B846F1}">
                <asvg:svgBlip xmlns:asvg="http://schemas.microsoft.com/office/drawing/2016/SVG/main" r:embed="rId30"/>
              </a:ext>
            </a:extLst>
          </a:blip>
          <a:srcRect/>
          <a:stretch>
            <a:fillRect t="-9000" b="-9000"/>
          </a:stretch>
        </a:blipFill>
      </dgm:spPr>
      <dgm:extLst>
        <a:ext uri="{E40237B7-FDA0-4F09-8148-C483321AD2D9}">
          <dgm14:cNvPr xmlns:dgm14="http://schemas.microsoft.com/office/drawing/2010/diagram" id="0" name="" descr="Shoe footprints outline"/>
        </a:ext>
      </dgm:extLst>
    </dgm:pt>
    <dgm:pt modelId="{34EBAA4F-30C5-4E20-808D-A6C83180158B}" type="pres">
      <dgm:prSet presAssocID="{A3BC6355-34ED-405C-AA7D-ECD0588F93CB}" presName="wedgeRectCallout1" presStyleLbl="node1" presStyleIdx="14" presStyleCnt="15">
        <dgm:presLayoutVars>
          <dgm:bulletEnabled val="1"/>
        </dgm:presLayoutVars>
      </dgm:prSet>
      <dgm:spPr/>
    </dgm:pt>
  </dgm:ptLst>
  <dgm:cxnLst>
    <dgm:cxn modelId="{30D3E605-37AD-41A3-97C9-F341C61C2589}" srcId="{956794A4-FB82-4D0E-9F45-76AD06A74519}" destId="{A3BC6355-34ED-405C-AA7D-ECD0588F93CB}" srcOrd="14" destOrd="0" parTransId="{FF6B540D-1CE7-4D7F-8507-FD1AD54A01B9}" sibTransId="{DC136523-767D-4313-A1F5-62E605A00844}"/>
    <dgm:cxn modelId="{8D24FE15-F719-4F01-8676-75B61EFD3394}" srcId="{956794A4-FB82-4D0E-9F45-76AD06A74519}" destId="{728FAA08-F498-4E3F-9DCF-61C0F5459085}" srcOrd="2" destOrd="0" parTransId="{15A6D741-B2C5-4C12-AAB1-DE4D366F4003}" sibTransId="{AD2A672F-3A5C-47A2-8ACF-B19F291C530B}"/>
    <dgm:cxn modelId="{6644141B-4D01-4C40-9409-0B715FC516DA}" srcId="{956794A4-FB82-4D0E-9F45-76AD06A74519}" destId="{ADF09B6F-B39D-4052-A3EE-A48E07E5C335}" srcOrd="3" destOrd="0" parTransId="{6C97D73C-5D16-45B6-B3B7-E62B3ED0F62D}" sibTransId="{58FC3047-6BC5-4BB7-8C39-41092E7F7AA3}"/>
    <dgm:cxn modelId="{0BC54D37-6FBB-4D1D-819A-DDCC106B583B}" type="presOf" srcId="{FA84BC56-877C-4F1E-B57A-BB1C01E2271C}" destId="{6F500C92-AB65-490A-A9A0-90BD50BDAE5B}" srcOrd="0" destOrd="0" presId="urn:microsoft.com/office/officeart/2008/layout/BendingPictureCaptionList"/>
    <dgm:cxn modelId="{0A163E38-8F30-47FF-9B69-F32FB6E6B960}" srcId="{956794A4-FB82-4D0E-9F45-76AD06A74519}" destId="{B21EA4E4-11A7-498A-9695-F0C418A848C5}" srcOrd="0" destOrd="0" parTransId="{60DBE4F0-63D4-473A-AB80-A0F589CDAA71}" sibTransId="{16967756-BEF4-4FB1-8F3E-14D780A5F00F}"/>
    <dgm:cxn modelId="{EBBC1B65-717C-423A-BB0D-3268EFA8EF11}" type="presOf" srcId="{7C7C9DAB-1AB6-4429-9F6D-3416EB48EF47}" destId="{551F63A6-087C-4F37-843C-47E1AC8C2E7A}" srcOrd="0" destOrd="0" presId="urn:microsoft.com/office/officeart/2008/layout/BendingPictureCaptionList"/>
    <dgm:cxn modelId="{93EAE453-7B87-46CB-9830-E7FA24B2C69B}" type="presOf" srcId="{F6C31472-F7F8-491D-BC64-3E1ADDE04AB7}" destId="{ED4FBC48-BAA0-4FBD-8B8F-6AF125E458E2}" srcOrd="0" destOrd="0" presId="urn:microsoft.com/office/officeart/2008/layout/BendingPictureCaptionList"/>
    <dgm:cxn modelId="{B078F678-FD17-4D96-BB8F-9F457C81F864}" type="presOf" srcId="{F5A42408-71D6-47BF-9146-1D2329682848}" destId="{4C2AFE14-17DD-4D63-B06A-1D38BBFACDC9}" srcOrd="0" destOrd="0" presId="urn:microsoft.com/office/officeart/2008/layout/BendingPictureCaptionList"/>
    <dgm:cxn modelId="{2871D087-5897-4752-B94A-335C72916961}" srcId="{956794A4-FB82-4D0E-9F45-76AD06A74519}" destId="{14C6DFA7-6D09-4C2E-95AF-DCA3E3D84D0E}" srcOrd="13" destOrd="0" parTransId="{77D2A83F-F8F7-4B59-9D3A-E48993272C10}" sibTransId="{308E9058-049A-4766-A750-3E85F1930996}"/>
    <dgm:cxn modelId="{1021158E-D93C-4347-9993-DC8F4FA92F93}" type="presOf" srcId="{B21EA4E4-11A7-498A-9695-F0C418A848C5}" destId="{90F66338-965D-466A-96C9-43F4F9D70D94}" srcOrd="0" destOrd="0" presId="urn:microsoft.com/office/officeart/2008/layout/BendingPictureCaptionList"/>
    <dgm:cxn modelId="{73F0849D-2907-4B76-81EE-62296900E17D}" srcId="{956794A4-FB82-4D0E-9F45-76AD06A74519}" destId="{F6C31472-F7F8-491D-BC64-3E1ADDE04AB7}" srcOrd="6" destOrd="0" parTransId="{B3CC2974-71DC-48CC-9525-129B86313571}" sibTransId="{8CC15CE9-C808-4E3D-8B63-1B43E872673E}"/>
    <dgm:cxn modelId="{6C22399F-BF65-47B5-979B-2F26B5CF98B9}" srcId="{956794A4-FB82-4D0E-9F45-76AD06A74519}" destId="{778556B4-F18B-4D63-85A5-62EA94E32D0C}" srcOrd="4" destOrd="0" parTransId="{5E59146B-B250-4329-B6B9-E001A8AAA035}" sibTransId="{9523C5FE-D84F-449D-A93B-CCA72CC815E8}"/>
    <dgm:cxn modelId="{8A03EEA3-4794-4B7F-9054-25BB0AABE5D6}" type="presOf" srcId="{14C6DFA7-6D09-4C2E-95AF-DCA3E3D84D0E}" destId="{830C599C-C4AC-41D2-BD2F-209125C9EC47}" srcOrd="0" destOrd="0" presId="urn:microsoft.com/office/officeart/2008/layout/BendingPictureCaptionList"/>
    <dgm:cxn modelId="{FFB07CA6-DC66-44E7-93AC-9CEC91A8D6B6}" type="presOf" srcId="{3F65F4DC-49F6-4360-99BB-A6E6EE3F1754}" destId="{6EFFF650-22A9-4D9E-80EA-B6718D4DFDCD}" srcOrd="0" destOrd="0" presId="urn:microsoft.com/office/officeart/2008/layout/BendingPictureCaptionList"/>
    <dgm:cxn modelId="{9DDA63AB-9523-4F53-B8F1-B61836253F7F}" srcId="{956794A4-FB82-4D0E-9F45-76AD06A74519}" destId="{BA1507CF-A431-47AA-8D1A-7DA8352822EB}" srcOrd="1" destOrd="0" parTransId="{A7FF4BBD-CADC-4D68-A8BE-AB68D15CC2E1}" sibTransId="{73E955CE-F7FA-4C06-BE78-89CE233AD257}"/>
    <dgm:cxn modelId="{6C4696AB-2ACA-4FC1-B787-8D491C1DD84E}" type="presOf" srcId="{BA1507CF-A431-47AA-8D1A-7DA8352822EB}" destId="{FA32B703-3B99-47EA-A345-13F72B4EBF1F}" srcOrd="0" destOrd="0" presId="urn:microsoft.com/office/officeart/2008/layout/BendingPictureCaptionList"/>
    <dgm:cxn modelId="{0229E4AC-8BDD-4218-8D21-5FA41B8794CE}" srcId="{956794A4-FB82-4D0E-9F45-76AD06A74519}" destId="{55384218-A4DE-4E0D-B7AD-C1986E2535BA}" srcOrd="8" destOrd="0" parTransId="{26C73427-4E5F-4131-A7A1-B965CEBB7B8A}" sibTransId="{F82005C4-713A-4338-A822-DA86C487C033}"/>
    <dgm:cxn modelId="{18BF05B0-EB8C-41C1-9BE7-4CDC81074EE5}" srcId="{956794A4-FB82-4D0E-9F45-76AD06A74519}" destId="{8434A742-21C0-4376-ABB9-215537A60D03}" srcOrd="7" destOrd="0" parTransId="{75FD8013-B546-4F76-A5F3-F2D167DDBCAF}" sibTransId="{447439E8-E2C1-48F8-A2D0-2D24A7857233}"/>
    <dgm:cxn modelId="{302330B7-F010-43F5-8708-71B3E42515E6}" srcId="{956794A4-FB82-4D0E-9F45-76AD06A74519}" destId="{7C7C9DAB-1AB6-4429-9F6D-3416EB48EF47}" srcOrd="9" destOrd="0" parTransId="{C56A0549-CF95-4C4A-B1EF-0B4D9A6C458B}" sibTransId="{D1E51FC5-D046-47B1-A688-D130C26B1936}"/>
    <dgm:cxn modelId="{A17341BE-E30F-4936-A33F-AC72069B40BA}" type="presOf" srcId="{A3BC6355-34ED-405C-AA7D-ECD0588F93CB}" destId="{34EBAA4F-30C5-4E20-808D-A6C83180158B}" srcOrd="0" destOrd="0" presId="urn:microsoft.com/office/officeart/2008/layout/BendingPictureCaptionList"/>
    <dgm:cxn modelId="{B07EB0CD-D711-428F-B728-6E47A6852F2A}" srcId="{956794A4-FB82-4D0E-9F45-76AD06A74519}" destId="{F5A42408-71D6-47BF-9146-1D2329682848}" srcOrd="10" destOrd="0" parTransId="{5F4FF274-8536-438C-8389-0C2F0E5ACFB1}" sibTransId="{3DD210F7-61F0-4AD5-BD35-B066C5A6AEF0}"/>
    <dgm:cxn modelId="{437638DA-DAA5-493F-AAF9-ABFD6ADAE661}" type="presOf" srcId="{8434A742-21C0-4376-ABB9-215537A60D03}" destId="{3C90B31D-10D7-4C0E-A242-C8B78281B596}" srcOrd="0" destOrd="0" presId="urn:microsoft.com/office/officeart/2008/layout/BendingPictureCaptionList"/>
    <dgm:cxn modelId="{0E751DDD-F3C7-4145-8710-7938F0BDD05D}" type="presOf" srcId="{956794A4-FB82-4D0E-9F45-76AD06A74519}" destId="{11A5E9AE-640A-40A4-A7DB-68F5BD30331F}" srcOrd="0" destOrd="0" presId="urn:microsoft.com/office/officeart/2008/layout/BendingPictureCaptionList"/>
    <dgm:cxn modelId="{7A5A1DDE-D02E-404C-9382-08DC9A804896}" srcId="{956794A4-FB82-4D0E-9F45-76AD06A74519}" destId="{36B7B514-BC49-4800-A853-FC78FFBB10E1}" srcOrd="11" destOrd="0" parTransId="{25FD750E-24B1-43CF-8D6C-12DCDF471352}" sibTransId="{53442A75-CDE6-433D-8C36-B90ED178D31B}"/>
    <dgm:cxn modelId="{192422DF-CE49-4F46-8BA1-C8EBE47B8C8B}" type="presOf" srcId="{ADF09B6F-B39D-4052-A3EE-A48E07E5C335}" destId="{5178E61D-40EE-40CF-9A00-BA218E460FAD}" srcOrd="0" destOrd="0" presId="urn:microsoft.com/office/officeart/2008/layout/BendingPictureCaptionList"/>
    <dgm:cxn modelId="{A4CF76E2-E90F-4FBF-A160-558050297B78}" srcId="{956794A4-FB82-4D0E-9F45-76AD06A74519}" destId="{3F65F4DC-49F6-4360-99BB-A6E6EE3F1754}" srcOrd="5" destOrd="0" parTransId="{27BDC236-E81F-483A-B8BA-09AEF4DCC893}" sibTransId="{C8EFBE6C-955B-4BB6-BF26-1D4837D65C4D}"/>
    <dgm:cxn modelId="{D01DAAE6-2945-457E-974B-5207623D3A78}" type="presOf" srcId="{36B7B514-BC49-4800-A853-FC78FFBB10E1}" destId="{81EDF7E5-7C64-4032-805E-9DEAFBECECBF}" srcOrd="0" destOrd="0" presId="urn:microsoft.com/office/officeart/2008/layout/BendingPictureCaptionList"/>
    <dgm:cxn modelId="{8444E7EB-ED7D-402F-8E37-816F64741207}" srcId="{956794A4-FB82-4D0E-9F45-76AD06A74519}" destId="{FA84BC56-877C-4F1E-B57A-BB1C01E2271C}" srcOrd="12" destOrd="0" parTransId="{5AC310E3-EE1B-4F0C-8C37-529E0F5F3A4B}" sibTransId="{190A2AEE-7AA5-43F4-A764-40F9335D5A78}"/>
    <dgm:cxn modelId="{8901C3F3-70FC-4B23-9266-5B9C25FFA5B2}" type="presOf" srcId="{728FAA08-F498-4E3F-9DCF-61C0F5459085}" destId="{C5148E1A-4B86-4119-9001-A7B0936D997A}" srcOrd="0" destOrd="0" presId="urn:microsoft.com/office/officeart/2008/layout/BendingPictureCaptionList"/>
    <dgm:cxn modelId="{B77659F9-478A-4DD4-ADCD-24D9FA3E194E}" type="presOf" srcId="{55384218-A4DE-4E0D-B7AD-C1986E2535BA}" destId="{D4B0AD6D-5338-4B82-92AB-F37D4B96C3CC}" srcOrd="0" destOrd="0" presId="urn:microsoft.com/office/officeart/2008/layout/BendingPictureCaptionList"/>
    <dgm:cxn modelId="{94A627FF-3201-4DDD-97DD-65F48A188CEA}" type="presOf" srcId="{778556B4-F18B-4D63-85A5-62EA94E32D0C}" destId="{1FF1A7D4-ADE1-4392-8CD2-5B155B324E07}" srcOrd="0" destOrd="0" presId="urn:microsoft.com/office/officeart/2008/layout/BendingPictureCaptionList"/>
    <dgm:cxn modelId="{DFD769B4-A64C-4274-833B-50272E67A700}" type="presParOf" srcId="{11A5E9AE-640A-40A4-A7DB-68F5BD30331F}" destId="{1919BC0A-E515-467B-A705-A12C48785206}" srcOrd="0" destOrd="0" presId="urn:microsoft.com/office/officeart/2008/layout/BendingPictureCaptionList"/>
    <dgm:cxn modelId="{BDC12A34-D1C8-41B5-B034-6D6A9FA79D57}" type="presParOf" srcId="{1919BC0A-E515-467B-A705-A12C48785206}" destId="{CC3AF85C-CB63-4D8F-88C2-37B1E517B185}" srcOrd="0" destOrd="0" presId="urn:microsoft.com/office/officeart/2008/layout/BendingPictureCaptionList"/>
    <dgm:cxn modelId="{F6CE66E2-F754-4E4D-80ED-71EC6A467B6A}" type="presParOf" srcId="{1919BC0A-E515-467B-A705-A12C48785206}" destId="{90F66338-965D-466A-96C9-43F4F9D70D94}" srcOrd="1" destOrd="0" presId="urn:microsoft.com/office/officeart/2008/layout/BendingPictureCaptionList"/>
    <dgm:cxn modelId="{914BA8C9-CF23-417F-B9A0-75BDDFD272A1}" type="presParOf" srcId="{11A5E9AE-640A-40A4-A7DB-68F5BD30331F}" destId="{AEADB1BF-4EFD-47E9-8C80-FB620038B5FE}" srcOrd="1" destOrd="0" presId="urn:microsoft.com/office/officeart/2008/layout/BendingPictureCaptionList"/>
    <dgm:cxn modelId="{45503627-C0B6-462A-AE98-91F695B69B96}" type="presParOf" srcId="{11A5E9AE-640A-40A4-A7DB-68F5BD30331F}" destId="{CA017315-7BDC-453F-85F9-E687B9642A64}" srcOrd="2" destOrd="0" presId="urn:microsoft.com/office/officeart/2008/layout/BendingPictureCaptionList"/>
    <dgm:cxn modelId="{FF5B13B3-BE6F-4362-84EE-832465C93560}" type="presParOf" srcId="{CA017315-7BDC-453F-85F9-E687B9642A64}" destId="{FE832767-C74B-41CE-A26D-7F7D2DC8306D}" srcOrd="0" destOrd="0" presId="urn:microsoft.com/office/officeart/2008/layout/BendingPictureCaptionList"/>
    <dgm:cxn modelId="{F96FB1DB-9901-434C-9798-E069F51655B1}" type="presParOf" srcId="{CA017315-7BDC-453F-85F9-E687B9642A64}" destId="{FA32B703-3B99-47EA-A345-13F72B4EBF1F}" srcOrd="1" destOrd="0" presId="urn:microsoft.com/office/officeart/2008/layout/BendingPictureCaptionList"/>
    <dgm:cxn modelId="{17ABC57F-02BD-42E2-A648-E337E0B43A4A}" type="presParOf" srcId="{11A5E9AE-640A-40A4-A7DB-68F5BD30331F}" destId="{C2CAB412-FE23-4FD7-AF64-D4E516E1EE80}" srcOrd="3" destOrd="0" presId="urn:microsoft.com/office/officeart/2008/layout/BendingPictureCaptionList"/>
    <dgm:cxn modelId="{AB820C5B-4311-4DF8-940B-0B63124AE22F}" type="presParOf" srcId="{11A5E9AE-640A-40A4-A7DB-68F5BD30331F}" destId="{2D68341E-C457-423B-A231-56C650EFB449}" srcOrd="4" destOrd="0" presId="urn:microsoft.com/office/officeart/2008/layout/BendingPictureCaptionList"/>
    <dgm:cxn modelId="{A0F7C474-63C2-4B6E-BBF0-82C5A7D46EF9}" type="presParOf" srcId="{2D68341E-C457-423B-A231-56C650EFB449}" destId="{D75B4B5C-3EA7-4609-A0D9-D17E1947BA80}" srcOrd="0" destOrd="0" presId="urn:microsoft.com/office/officeart/2008/layout/BendingPictureCaptionList"/>
    <dgm:cxn modelId="{1DDDDB62-40A2-4AFF-AE84-8B81E9E5D29C}" type="presParOf" srcId="{2D68341E-C457-423B-A231-56C650EFB449}" destId="{C5148E1A-4B86-4119-9001-A7B0936D997A}" srcOrd="1" destOrd="0" presId="urn:microsoft.com/office/officeart/2008/layout/BendingPictureCaptionList"/>
    <dgm:cxn modelId="{9241BE1A-B6AC-4246-BEC9-3E67EC63D88C}" type="presParOf" srcId="{11A5E9AE-640A-40A4-A7DB-68F5BD30331F}" destId="{7C266D37-94E3-4874-88EF-0F099824AB70}" srcOrd="5" destOrd="0" presId="urn:microsoft.com/office/officeart/2008/layout/BendingPictureCaptionList"/>
    <dgm:cxn modelId="{95B0919E-D090-4703-930F-71415D617555}" type="presParOf" srcId="{11A5E9AE-640A-40A4-A7DB-68F5BD30331F}" destId="{003A5731-9B54-4B1C-9F26-C0276FDCF034}" srcOrd="6" destOrd="0" presId="urn:microsoft.com/office/officeart/2008/layout/BendingPictureCaptionList"/>
    <dgm:cxn modelId="{B2BEA22F-C75C-4CCE-AF0E-ADECED434AE8}" type="presParOf" srcId="{003A5731-9B54-4B1C-9F26-C0276FDCF034}" destId="{1B60844F-B481-4462-99B9-9D0731D253C3}" srcOrd="0" destOrd="0" presId="urn:microsoft.com/office/officeart/2008/layout/BendingPictureCaptionList"/>
    <dgm:cxn modelId="{82BFE2BD-28A4-4210-AF5F-2E6BCF37294C}" type="presParOf" srcId="{003A5731-9B54-4B1C-9F26-C0276FDCF034}" destId="{5178E61D-40EE-40CF-9A00-BA218E460FAD}" srcOrd="1" destOrd="0" presId="urn:microsoft.com/office/officeart/2008/layout/BendingPictureCaptionList"/>
    <dgm:cxn modelId="{E765C19D-9D16-4594-A022-D4786A262E8D}" type="presParOf" srcId="{11A5E9AE-640A-40A4-A7DB-68F5BD30331F}" destId="{641CAEAC-7BFF-4A77-A7C3-2C81E52A1BFA}" srcOrd="7" destOrd="0" presId="urn:microsoft.com/office/officeart/2008/layout/BendingPictureCaptionList"/>
    <dgm:cxn modelId="{A4CB4CD4-7EE1-4C6E-81FE-CFA264825085}" type="presParOf" srcId="{11A5E9AE-640A-40A4-A7DB-68F5BD30331F}" destId="{2F1600AD-A4BF-4C95-AD34-9008A4E7045D}" srcOrd="8" destOrd="0" presId="urn:microsoft.com/office/officeart/2008/layout/BendingPictureCaptionList"/>
    <dgm:cxn modelId="{30E044DD-0669-4DE2-9C49-48CA8199F176}" type="presParOf" srcId="{2F1600AD-A4BF-4C95-AD34-9008A4E7045D}" destId="{15F580CC-1D5E-42B6-A5C5-047A10770FCD}" srcOrd="0" destOrd="0" presId="urn:microsoft.com/office/officeart/2008/layout/BendingPictureCaptionList"/>
    <dgm:cxn modelId="{722BE902-A856-4F76-BAC3-03566DD6CA94}" type="presParOf" srcId="{2F1600AD-A4BF-4C95-AD34-9008A4E7045D}" destId="{1FF1A7D4-ADE1-4392-8CD2-5B155B324E07}" srcOrd="1" destOrd="0" presId="urn:microsoft.com/office/officeart/2008/layout/BendingPictureCaptionList"/>
    <dgm:cxn modelId="{67A89483-CAE5-490D-9E0C-3E4F780200EA}" type="presParOf" srcId="{11A5E9AE-640A-40A4-A7DB-68F5BD30331F}" destId="{C44561DD-4D1B-4D60-970A-FA09ADCF45AC}" srcOrd="9" destOrd="0" presId="urn:microsoft.com/office/officeart/2008/layout/BendingPictureCaptionList"/>
    <dgm:cxn modelId="{D85AB46A-7A12-4C64-B69A-9A3387DD8087}" type="presParOf" srcId="{11A5E9AE-640A-40A4-A7DB-68F5BD30331F}" destId="{990D691B-F1A4-4B48-B516-F311380EBEE0}" srcOrd="10" destOrd="0" presId="urn:microsoft.com/office/officeart/2008/layout/BendingPictureCaptionList"/>
    <dgm:cxn modelId="{80853C70-294E-486E-BBE5-69C56FD308E3}" type="presParOf" srcId="{990D691B-F1A4-4B48-B516-F311380EBEE0}" destId="{32593DD4-A72A-46F1-8459-C35595D56DBF}" srcOrd="0" destOrd="0" presId="urn:microsoft.com/office/officeart/2008/layout/BendingPictureCaptionList"/>
    <dgm:cxn modelId="{6190D955-0D0E-4A3E-B6E4-080902F1C9DA}" type="presParOf" srcId="{990D691B-F1A4-4B48-B516-F311380EBEE0}" destId="{6EFFF650-22A9-4D9E-80EA-B6718D4DFDCD}" srcOrd="1" destOrd="0" presId="urn:microsoft.com/office/officeart/2008/layout/BendingPictureCaptionList"/>
    <dgm:cxn modelId="{10819534-20C1-4668-9022-66FF1F62D877}" type="presParOf" srcId="{11A5E9AE-640A-40A4-A7DB-68F5BD30331F}" destId="{D3A0433E-50F1-43D1-A689-47A79842C1DE}" srcOrd="11" destOrd="0" presId="urn:microsoft.com/office/officeart/2008/layout/BendingPictureCaptionList"/>
    <dgm:cxn modelId="{30BD2FC0-6ECE-45C2-B137-E89AA8D8170A}" type="presParOf" srcId="{11A5E9AE-640A-40A4-A7DB-68F5BD30331F}" destId="{DEC12D6F-E571-42A7-9615-A10590ED1901}" srcOrd="12" destOrd="0" presId="urn:microsoft.com/office/officeart/2008/layout/BendingPictureCaptionList"/>
    <dgm:cxn modelId="{B8A0650C-ADD2-42B8-A7FA-2AFB84EA8DDF}" type="presParOf" srcId="{DEC12D6F-E571-42A7-9615-A10590ED1901}" destId="{A8AFCC5D-309A-4B75-A141-24F9481CF17A}" srcOrd="0" destOrd="0" presId="urn:microsoft.com/office/officeart/2008/layout/BendingPictureCaptionList"/>
    <dgm:cxn modelId="{2F0B25E1-6880-4A0F-BEDA-25E935854576}" type="presParOf" srcId="{DEC12D6F-E571-42A7-9615-A10590ED1901}" destId="{ED4FBC48-BAA0-4FBD-8B8F-6AF125E458E2}" srcOrd="1" destOrd="0" presId="urn:microsoft.com/office/officeart/2008/layout/BendingPictureCaptionList"/>
    <dgm:cxn modelId="{1C06E59B-79DC-4A2A-8C7D-FBA59618E8F3}" type="presParOf" srcId="{11A5E9AE-640A-40A4-A7DB-68F5BD30331F}" destId="{E2E10C59-F65C-4894-8144-F0CE0AC2E1E6}" srcOrd="13" destOrd="0" presId="urn:microsoft.com/office/officeart/2008/layout/BendingPictureCaptionList"/>
    <dgm:cxn modelId="{62316BFD-1A5B-4A91-AEB7-3E4B2A796909}" type="presParOf" srcId="{11A5E9AE-640A-40A4-A7DB-68F5BD30331F}" destId="{4AD19393-AD09-43F6-AF87-E550F7EEEF5D}" srcOrd="14" destOrd="0" presId="urn:microsoft.com/office/officeart/2008/layout/BendingPictureCaptionList"/>
    <dgm:cxn modelId="{B8B1E1CD-6EAE-45BA-A4D1-4727507630B9}" type="presParOf" srcId="{4AD19393-AD09-43F6-AF87-E550F7EEEF5D}" destId="{BDC6FBE8-8ECC-411E-9771-6F8D12C27507}" srcOrd="0" destOrd="0" presId="urn:microsoft.com/office/officeart/2008/layout/BendingPictureCaptionList"/>
    <dgm:cxn modelId="{6D59E3D4-F6B3-4E7C-9DEE-DDE33BD450CF}" type="presParOf" srcId="{4AD19393-AD09-43F6-AF87-E550F7EEEF5D}" destId="{3C90B31D-10D7-4C0E-A242-C8B78281B596}" srcOrd="1" destOrd="0" presId="urn:microsoft.com/office/officeart/2008/layout/BendingPictureCaptionList"/>
    <dgm:cxn modelId="{C9DC17D8-98B8-427C-9C46-3FA6ADC51CA9}" type="presParOf" srcId="{11A5E9AE-640A-40A4-A7DB-68F5BD30331F}" destId="{FD1AD028-BFED-4A95-8DDE-590C02E21A49}" srcOrd="15" destOrd="0" presId="urn:microsoft.com/office/officeart/2008/layout/BendingPictureCaptionList"/>
    <dgm:cxn modelId="{6ED99D50-67ED-4259-A949-4370CE254342}" type="presParOf" srcId="{11A5E9AE-640A-40A4-A7DB-68F5BD30331F}" destId="{0420899F-7F3B-44DA-BD9C-73E0D1C8E7BD}" srcOrd="16" destOrd="0" presId="urn:microsoft.com/office/officeart/2008/layout/BendingPictureCaptionList"/>
    <dgm:cxn modelId="{8B3CE7DA-8A7B-47E0-80C6-2A52210231FA}" type="presParOf" srcId="{0420899F-7F3B-44DA-BD9C-73E0D1C8E7BD}" destId="{E51B05A1-7500-40BC-901C-D82DDA23682B}" srcOrd="0" destOrd="0" presId="urn:microsoft.com/office/officeart/2008/layout/BendingPictureCaptionList"/>
    <dgm:cxn modelId="{C51174C1-C8CC-4A22-A380-51549962486F}" type="presParOf" srcId="{0420899F-7F3B-44DA-BD9C-73E0D1C8E7BD}" destId="{D4B0AD6D-5338-4B82-92AB-F37D4B96C3CC}" srcOrd="1" destOrd="0" presId="urn:microsoft.com/office/officeart/2008/layout/BendingPictureCaptionList"/>
    <dgm:cxn modelId="{0784265A-F2A4-473A-8E2F-ECFD68D082D3}" type="presParOf" srcId="{11A5E9AE-640A-40A4-A7DB-68F5BD30331F}" destId="{6ADF22BD-5D29-4872-A48A-2FBB6E6286C5}" srcOrd="17" destOrd="0" presId="urn:microsoft.com/office/officeart/2008/layout/BendingPictureCaptionList"/>
    <dgm:cxn modelId="{C6B564B9-4D7E-48D5-B723-3A015E5E2244}" type="presParOf" srcId="{11A5E9AE-640A-40A4-A7DB-68F5BD30331F}" destId="{4628DBC2-BDDA-430C-87E8-2483DF7C2D61}" srcOrd="18" destOrd="0" presId="urn:microsoft.com/office/officeart/2008/layout/BendingPictureCaptionList"/>
    <dgm:cxn modelId="{FB8886AA-D4E0-4EBF-9E24-A38A00F4E480}" type="presParOf" srcId="{4628DBC2-BDDA-430C-87E8-2483DF7C2D61}" destId="{D991244F-15F6-4A9E-AE44-B1A08C1CA672}" srcOrd="0" destOrd="0" presId="urn:microsoft.com/office/officeart/2008/layout/BendingPictureCaptionList"/>
    <dgm:cxn modelId="{B6615871-AA7B-4090-9627-5E36D0FC4C21}" type="presParOf" srcId="{4628DBC2-BDDA-430C-87E8-2483DF7C2D61}" destId="{551F63A6-087C-4F37-843C-47E1AC8C2E7A}" srcOrd="1" destOrd="0" presId="urn:microsoft.com/office/officeart/2008/layout/BendingPictureCaptionList"/>
    <dgm:cxn modelId="{0D682F07-E032-42F0-B528-8BEB1FC4DEEC}" type="presParOf" srcId="{11A5E9AE-640A-40A4-A7DB-68F5BD30331F}" destId="{D62038A4-6C02-4E12-AF00-7323EE3B33DA}" srcOrd="19" destOrd="0" presId="urn:microsoft.com/office/officeart/2008/layout/BendingPictureCaptionList"/>
    <dgm:cxn modelId="{D660DC8A-4D8B-4003-9CB8-681A5CB9D6FD}" type="presParOf" srcId="{11A5E9AE-640A-40A4-A7DB-68F5BD30331F}" destId="{9A278A32-8292-4560-ACAE-63256B10EE0D}" srcOrd="20" destOrd="0" presId="urn:microsoft.com/office/officeart/2008/layout/BendingPictureCaptionList"/>
    <dgm:cxn modelId="{D11B7079-0E87-47AA-BF69-63FC6B531C96}" type="presParOf" srcId="{9A278A32-8292-4560-ACAE-63256B10EE0D}" destId="{150C4472-B259-4D2B-A6E1-86B2A479787E}" srcOrd="0" destOrd="0" presId="urn:microsoft.com/office/officeart/2008/layout/BendingPictureCaptionList"/>
    <dgm:cxn modelId="{9EC842F9-88AB-4EB6-9949-1440699F7AA5}" type="presParOf" srcId="{9A278A32-8292-4560-ACAE-63256B10EE0D}" destId="{4C2AFE14-17DD-4D63-B06A-1D38BBFACDC9}" srcOrd="1" destOrd="0" presId="urn:microsoft.com/office/officeart/2008/layout/BendingPictureCaptionList"/>
    <dgm:cxn modelId="{50F1D501-54B5-4A90-80C3-3216FB21BA14}" type="presParOf" srcId="{11A5E9AE-640A-40A4-A7DB-68F5BD30331F}" destId="{790E4527-BD60-41B1-B5A8-2DC32B33A9FC}" srcOrd="21" destOrd="0" presId="urn:microsoft.com/office/officeart/2008/layout/BendingPictureCaptionList"/>
    <dgm:cxn modelId="{DF660F55-81FA-4FD4-8856-2BDED91C7484}" type="presParOf" srcId="{11A5E9AE-640A-40A4-A7DB-68F5BD30331F}" destId="{99C5A6A5-97D6-41BF-A2F1-F5F9ADE36843}" srcOrd="22" destOrd="0" presId="urn:microsoft.com/office/officeart/2008/layout/BendingPictureCaptionList"/>
    <dgm:cxn modelId="{84C9368D-4AFF-496B-ACFA-4DEB797F4481}" type="presParOf" srcId="{99C5A6A5-97D6-41BF-A2F1-F5F9ADE36843}" destId="{BF7D15EC-7000-435D-9B5A-CC99844056BA}" srcOrd="0" destOrd="0" presId="urn:microsoft.com/office/officeart/2008/layout/BendingPictureCaptionList"/>
    <dgm:cxn modelId="{96058023-5F7F-49B0-B209-0EB91BED585A}" type="presParOf" srcId="{99C5A6A5-97D6-41BF-A2F1-F5F9ADE36843}" destId="{81EDF7E5-7C64-4032-805E-9DEAFBECECBF}" srcOrd="1" destOrd="0" presId="urn:microsoft.com/office/officeart/2008/layout/BendingPictureCaptionList"/>
    <dgm:cxn modelId="{2FC10702-08E5-4B6B-9BCA-DC063FFD7092}" type="presParOf" srcId="{11A5E9AE-640A-40A4-A7DB-68F5BD30331F}" destId="{536417DF-AB53-4023-ACED-16AA4D4D1A03}" srcOrd="23" destOrd="0" presId="urn:microsoft.com/office/officeart/2008/layout/BendingPictureCaptionList"/>
    <dgm:cxn modelId="{3B458AA4-2BD9-456D-A553-204CAE994CA4}" type="presParOf" srcId="{11A5E9AE-640A-40A4-A7DB-68F5BD30331F}" destId="{026B8286-A8BC-471C-9FE3-33328B8C2B5A}" srcOrd="24" destOrd="0" presId="urn:microsoft.com/office/officeart/2008/layout/BendingPictureCaptionList"/>
    <dgm:cxn modelId="{83D50E96-8BF1-4DBE-990C-A2FB0C3D2905}" type="presParOf" srcId="{026B8286-A8BC-471C-9FE3-33328B8C2B5A}" destId="{A3F698E1-A789-459B-ADF4-2EB0CCEBAE78}" srcOrd="0" destOrd="0" presId="urn:microsoft.com/office/officeart/2008/layout/BendingPictureCaptionList"/>
    <dgm:cxn modelId="{05D66204-F859-4794-AEC8-5426782F044F}" type="presParOf" srcId="{026B8286-A8BC-471C-9FE3-33328B8C2B5A}" destId="{6F500C92-AB65-490A-A9A0-90BD50BDAE5B}" srcOrd="1" destOrd="0" presId="urn:microsoft.com/office/officeart/2008/layout/BendingPictureCaptionList"/>
    <dgm:cxn modelId="{9749DE3D-016D-442B-87E0-9D497F9207E2}" type="presParOf" srcId="{11A5E9AE-640A-40A4-A7DB-68F5BD30331F}" destId="{E553E2E0-8F13-4129-A231-AA14CEAFCDDE}" srcOrd="25" destOrd="0" presId="urn:microsoft.com/office/officeart/2008/layout/BendingPictureCaptionList"/>
    <dgm:cxn modelId="{657457D0-A64F-4528-80E9-F32590C0317A}" type="presParOf" srcId="{11A5E9AE-640A-40A4-A7DB-68F5BD30331F}" destId="{CCE416B9-EE44-442A-888A-86FB94993AD9}" srcOrd="26" destOrd="0" presId="urn:microsoft.com/office/officeart/2008/layout/BendingPictureCaptionList"/>
    <dgm:cxn modelId="{1A5E37DA-0080-4A98-8401-AF6C2CF94151}" type="presParOf" srcId="{CCE416B9-EE44-442A-888A-86FB94993AD9}" destId="{6C278F5D-EFE3-430E-A6FF-45D8C3D06261}" srcOrd="0" destOrd="0" presId="urn:microsoft.com/office/officeart/2008/layout/BendingPictureCaptionList"/>
    <dgm:cxn modelId="{3006154C-24BE-43AB-9BBC-10CC99B6E776}" type="presParOf" srcId="{CCE416B9-EE44-442A-888A-86FB94993AD9}" destId="{830C599C-C4AC-41D2-BD2F-209125C9EC47}" srcOrd="1" destOrd="0" presId="urn:microsoft.com/office/officeart/2008/layout/BendingPictureCaptionList"/>
    <dgm:cxn modelId="{A32D56F7-128F-490B-AD25-47A1C45EF846}" type="presParOf" srcId="{11A5E9AE-640A-40A4-A7DB-68F5BD30331F}" destId="{3228F0CE-DE52-4B7B-B7D9-373DD8B053EE}" srcOrd="27" destOrd="0" presId="urn:microsoft.com/office/officeart/2008/layout/BendingPictureCaptionList"/>
    <dgm:cxn modelId="{5B62C456-AE08-4103-A5C2-23543ECC3019}" type="presParOf" srcId="{11A5E9AE-640A-40A4-A7DB-68F5BD30331F}" destId="{E0A59B00-A263-45CD-B763-26DE6CEF2C10}" srcOrd="28" destOrd="0" presId="urn:microsoft.com/office/officeart/2008/layout/BendingPictureCaptionList"/>
    <dgm:cxn modelId="{3E72D022-390A-4BAF-A411-79C5064FF030}" type="presParOf" srcId="{E0A59B00-A263-45CD-B763-26DE6CEF2C10}" destId="{C40828BE-FAB6-4DC4-85EE-90C8B2DABAD5}" srcOrd="0" destOrd="0" presId="urn:microsoft.com/office/officeart/2008/layout/BendingPictureCaptionList"/>
    <dgm:cxn modelId="{1EB947BD-3F86-4104-BF19-B289FBCFA15A}" type="presParOf" srcId="{E0A59B00-A263-45CD-B763-26DE6CEF2C10}" destId="{34EBAA4F-30C5-4E20-808D-A6C83180158B}" srcOrd="1" destOrd="0" presId="urn:microsoft.com/office/officeart/2008/layout/BendingPictureCa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56794A4-FB82-4D0E-9F45-76AD06A74519}" type="doc">
      <dgm:prSet loTypeId="urn:microsoft.com/office/officeart/2008/layout/BendingPictureCaptionList" loCatId="picture" qsTypeId="urn:microsoft.com/office/officeart/2005/8/quickstyle/simple1" qsCatId="simple" csTypeId="urn:microsoft.com/office/officeart/2005/8/colors/colorful5" csCatId="colorful" phldr="1"/>
      <dgm:spPr/>
      <dgm:t>
        <a:bodyPr/>
        <a:lstStyle/>
        <a:p>
          <a:endParaRPr lang="en-US"/>
        </a:p>
      </dgm:t>
    </dgm:pt>
    <dgm:pt modelId="{B21EA4E4-11A7-498A-9695-F0C418A848C5}">
      <dgm:prSet/>
      <dgm:spPr/>
      <dgm:t>
        <a:bodyPr/>
        <a:lstStyle/>
        <a:p>
          <a:r>
            <a:rPr lang="en-GB" dirty="0"/>
            <a:t>HVAC</a:t>
          </a:r>
          <a:endParaRPr lang="en-US" dirty="0"/>
        </a:p>
      </dgm:t>
    </dgm:pt>
    <dgm:pt modelId="{60DBE4F0-63D4-473A-AB80-A0F589CDAA71}" type="parTrans" cxnId="{0A163E38-8F30-47FF-9B69-F32FB6E6B960}">
      <dgm:prSet/>
      <dgm:spPr/>
      <dgm:t>
        <a:bodyPr/>
        <a:lstStyle/>
        <a:p>
          <a:endParaRPr lang="en-US"/>
        </a:p>
      </dgm:t>
    </dgm:pt>
    <dgm:pt modelId="{16967756-BEF4-4FB1-8F3E-14D780A5F00F}" type="sibTrans" cxnId="{0A163E38-8F30-47FF-9B69-F32FB6E6B960}">
      <dgm:prSet/>
      <dgm:spPr/>
      <dgm:t>
        <a:bodyPr/>
        <a:lstStyle/>
        <a:p>
          <a:endParaRPr lang="en-US"/>
        </a:p>
      </dgm:t>
    </dgm:pt>
    <dgm:pt modelId="{728FAA08-F498-4E3F-9DCF-61C0F5459085}">
      <dgm:prSet/>
      <dgm:spPr/>
      <dgm:t>
        <a:bodyPr/>
        <a:lstStyle/>
        <a:p>
          <a:r>
            <a:rPr lang="en-GB" dirty="0"/>
            <a:t>Room Lights</a:t>
          </a:r>
          <a:endParaRPr lang="en-US" dirty="0"/>
        </a:p>
      </dgm:t>
    </dgm:pt>
    <dgm:pt modelId="{15A6D741-B2C5-4C12-AAB1-DE4D366F4003}" type="parTrans" cxnId="{8D24FE15-F719-4F01-8676-75B61EFD3394}">
      <dgm:prSet/>
      <dgm:spPr/>
      <dgm:t>
        <a:bodyPr/>
        <a:lstStyle/>
        <a:p>
          <a:endParaRPr lang="en-US"/>
        </a:p>
      </dgm:t>
    </dgm:pt>
    <dgm:pt modelId="{AD2A672F-3A5C-47A2-8ACF-B19F291C530B}" type="sibTrans" cxnId="{8D24FE15-F719-4F01-8676-75B61EFD3394}">
      <dgm:prSet/>
      <dgm:spPr/>
      <dgm:t>
        <a:bodyPr/>
        <a:lstStyle/>
        <a:p>
          <a:endParaRPr lang="en-US"/>
        </a:p>
      </dgm:t>
    </dgm:pt>
    <dgm:pt modelId="{ADF09B6F-B39D-4052-A3EE-A48E07E5C335}">
      <dgm:prSet/>
      <dgm:spPr/>
      <dgm:t>
        <a:bodyPr/>
        <a:lstStyle/>
        <a:p>
          <a:r>
            <a:rPr lang="en-GB" dirty="0"/>
            <a:t>Kitchen Exhaust</a:t>
          </a:r>
          <a:endParaRPr lang="en-US" dirty="0"/>
        </a:p>
      </dgm:t>
    </dgm:pt>
    <dgm:pt modelId="{6C97D73C-5D16-45B6-B3B7-E62B3ED0F62D}" type="parTrans" cxnId="{6644141B-4D01-4C40-9409-0B715FC516DA}">
      <dgm:prSet/>
      <dgm:spPr/>
      <dgm:t>
        <a:bodyPr/>
        <a:lstStyle/>
        <a:p>
          <a:endParaRPr lang="en-US"/>
        </a:p>
      </dgm:t>
    </dgm:pt>
    <dgm:pt modelId="{58FC3047-6BC5-4BB7-8C39-41092E7F7AA3}" type="sibTrans" cxnId="{6644141B-4D01-4C40-9409-0B715FC516DA}">
      <dgm:prSet/>
      <dgm:spPr/>
      <dgm:t>
        <a:bodyPr/>
        <a:lstStyle/>
        <a:p>
          <a:endParaRPr lang="en-US"/>
        </a:p>
      </dgm:t>
    </dgm:pt>
    <dgm:pt modelId="{778556B4-F18B-4D63-85A5-62EA94E32D0C}">
      <dgm:prSet/>
      <dgm:spPr/>
      <dgm:t>
        <a:bodyPr/>
        <a:lstStyle/>
        <a:p>
          <a:r>
            <a:rPr lang="en-GB" dirty="0"/>
            <a:t>Fire Alarm</a:t>
          </a:r>
          <a:endParaRPr lang="en-US" dirty="0"/>
        </a:p>
      </dgm:t>
    </dgm:pt>
    <dgm:pt modelId="{5E59146B-B250-4329-B6B9-E001A8AAA035}" type="parTrans" cxnId="{6C22399F-BF65-47B5-979B-2F26B5CF98B9}">
      <dgm:prSet/>
      <dgm:spPr/>
      <dgm:t>
        <a:bodyPr/>
        <a:lstStyle/>
        <a:p>
          <a:endParaRPr lang="en-US"/>
        </a:p>
      </dgm:t>
    </dgm:pt>
    <dgm:pt modelId="{9523C5FE-D84F-449D-A93B-CCA72CC815E8}" type="sibTrans" cxnId="{6C22399F-BF65-47B5-979B-2F26B5CF98B9}">
      <dgm:prSet/>
      <dgm:spPr/>
      <dgm:t>
        <a:bodyPr/>
        <a:lstStyle/>
        <a:p>
          <a:endParaRPr lang="en-US"/>
        </a:p>
      </dgm:t>
    </dgm:pt>
    <dgm:pt modelId="{3F65F4DC-49F6-4360-99BB-A6E6EE3F1754}">
      <dgm:prSet/>
      <dgm:spPr/>
      <dgm:t>
        <a:bodyPr/>
        <a:lstStyle/>
        <a:p>
          <a:r>
            <a:rPr lang="en-GB" dirty="0"/>
            <a:t>Gas Alarm                  </a:t>
          </a:r>
          <a:endParaRPr lang="en-US" dirty="0"/>
        </a:p>
      </dgm:t>
    </dgm:pt>
    <dgm:pt modelId="{27BDC236-E81F-483A-B8BA-09AEF4DCC893}" type="parTrans" cxnId="{A4CF76E2-E90F-4FBF-A160-558050297B78}">
      <dgm:prSet/>
      <dgm:spPr/>
      <dgm:t>
        <a:bodyPr/>
        <a:lstStyle/>
        <a:p>
          <a:endParaRPr lang="en-US"/>
        </a:p>
      </dgm:t>
    </dgm:pt>
    <dgm:pt modelId="{C8EFBE6C-955B-4BB6-BF26-1D4837D65C4D}" type="sibTrans" cxnId="{A4CF76E2-E90F-4FBF-A160-558050297B78}">
      <dgm:prSet/>
      <dgm:spPr/>
      <dgm:t>
        <a:bodyPr/>
        <a:lstStyle/>
        <a:p>
          <a:endParaRPr lang="en-US"/>
        </a:p>
      </dgm:t>
    </dgm:pt>
    <dgm:pt modelId="{F6C31472-F7F8-491D-BC64-3E1ADDE04AB7}">
      <dgm:prSet/>
      <dgm:spPr/>
      <dgm:t>
        <a:bodyPr/>
        <a:lstStyle/>
        <a:p>
          <a:r>
            <a:rPr lang="en-GB" dirty="0"/>
            <a:t>Door lock                   </a:t>
          </a:r>
          <a:endParaRPr lang="en-US" dirty="0"/>
        </a:p>
      </dgm:t>
    </dgm:pt>
    <dgm:pt modelId="{B3CC2974-71DC-48CC-9525-129B86313571}" type="parTrans" cxnId="{73F0849D-2907-4B76-81EE-62296900E17D}">
      <dgm:prSet/>
      <dgm:spPr/>
      <dgm:t>
        <a:bodyPr/>
        <a:lstStyle/>
        <a:p>
          <a:endParaRPr lang="en-US"/>
        </a:p>
      </dgm:t>
    </dgm:pt>
    <dgm:pt modelId="{8CC15CE9-C808-4E3D-8B63-1B43E872673E}" type="sibTrans" cxnId="{73F0849D-2907-4B76-81EE-62296900E17D}">
      <dgm:prSet/>
      <dgm:spPr/>
      <dgm:t>
        <a:bodyPr/>
        <a:lstStyle/>
        <a:p>
          <a:endParaRPr lang="en-US"/>
        </a:p>
      </dgm:t>
    </dgm:pt>
    <dgm:pt modelId="{8434A742-21C0-4376-ABB9-215537A60D03}">
      <dgm:prSet/>
      <dgm:spPr/>
      <dgm:t>
        <a:bodyPr/>
        <a:lstStyle/>
        <a:p>
          <a:r>
            <a:rPr lang="en-GB" dirty="0"/>
            <a:t>Water Shutoff</a:t>
          </a:r>
          <a:endParaRPr lang="en-US" dirty="0"/>
        </a:p>
      </dgm:t>
    </dgm:pt>
    <dgm:pt modelId="{75FD8013-B546-4F76-A5F3-F2D167DDBCAF}" type="parTrans" cxnId="{18BF05B0-EB8C-41C1-9BE7-4CDC81074EE5}">
      <dgm:prSet/>
      <dgm:spPr/>
      <dgm:t>
        <a:bodyPr/>
        <a:lstStyle/>
        <a:p>
          <a:endParaRPr lang="en-US"/>
        </a:p>
      </dgm:t>
    </dgm:pt>
    <dgm:pt modelId="{447439E8-E2C1-48F8-A2D0-2D24A7857233}" type="sibTrans" cxnId="{18BF05B0-EB8C-41C1-9BE7-4CDC81074EE5}">
      <dgm:prSet/>
      <dgm:spPr/>
      <dgm:t>
        <a:bodyPr/>
        <a:lstStyle/>
        <a:p>
          <a:endParaRPr lang="en-US"/>
        </a:p>
      </dgm:t>
    </dgm:pt>
    <dgm:pt modelId="{55384218-A4DE-4E0D-B7AD-C1986E2535BA}">
      <dgm:prSet/>
      <dgm:spPr/>
      <dgm:t>
        <a:bodyPr/>
        <a:lstStyle/>
        <a:p>
          <a:r>
            <a:rPr lang="en-GB" dirty="0"/>
            <a:t>Siren                    </a:t>
          </a:r>
          <a:endParaRPr lang="en-US" dirty="0"/>
        </a:p>
      </dgm:t>
    </dgm:pt>
    <dgm:pt modelId="{26C73427-4E5F-4131-A7A1-B965CEBB7B8A}" type="parTrans" cxnId="{0229E4AC-8BDD-4218-8D21-5FA41B8794CE}">
      <dgm:prSet/>
      <dgm:spPr/>
      <dgm:t>
        <a:bodyPr/>
        <a:lstStyle/>
        <a:p>
          <a:endParaRPr lang="en-US"/>
        </a:p>
      </dgm:t>
    </dgm:pt>
    <dgm:pt modelId="{F82005C4-713A-4338-A822-DA86C487C033}" type="sibTrans" cxnId="{0229E4AC-8BDD-4218-8D21-5FA41B8794CE}">
      <dgm:prSet/>
      <dgm:spPr/>
      <dgm:t>
        <a:bodyPr/>
        <a:lstStyle/>
        <a:p>
          <a:endParaRPr lang="en-US"/>
        </a:p>
      </dgm:t>
    </dgm:pt>
    <dgm:pt modelId="{7C7C9DAB-1AB6-4429-9F6D-3416EB48EF47}">
      <dgm:prSet/>
      <dgm:spPr/>
      <dgm:t>
        <a:bodyPr/>
        <a:lstStyle/>
        <a:p>
          <a:r>
            <a:rPr lang="en-GB" dirty="0"/>
            <a:t>Dust Cleaner                   </a:t>
          </a:r>
          <a:endParaRPr lang="en-US" dirty="0"/>
        </a:p>
      </dgm:t>
    </dgm:pt>
    <dgm:pt modelId="{C56A0549-CF95-4C4A-B1EF-0B4D9A6C458B}" type="parTrans" cxnId="{302330B7-F010-43F5-8708-71B3E42515E6}">
      <dgm:prSet/>
      <dgm:spPr/>
      <dgm:t>
        <a:bodyPr/>
        <a:lstStyle/>
        <a:p>
          <a:endParaRPr lang="en-US"/>
        </a:p>
      </dgm:t>
    </dgm:pt>
    <dgm:pt modelId="{D1E51FC5-D046-47B1-A688-D130C26B1936}" type="sibTrans" cxnId="{302330B7-F010-43F5-8708-71B3E42515E6}">
      <dgm:prSet/>
      <dgm:spPr/>
      <dgm:t>
        <a:bodyPr/>
        <a:lstStyle/>
        <a:p>
          <a:endParaRPr lang="en-US"/>
        </a:p>
      </dgm:t>
    </dgm:pt>
    <dgm:pt modelId="{FA84BC56-877C-4F1E-B57A-BB1C01E2271C}">
      <dgm:prSet/>
      <dgm:spPr/>
      <dgm:t>
        <a:bodyPr/>
        <a:lstStyle/>
        <a:p>
          <a:r>
            <a:rPr lang="en-GB" dirty="0"/>
            <a:t>Dehumidifier</a:t>
          </a:r>
          <a:endParaRPr lang="en-US" dirty="0"/>
        </a:p>
      </dgm:t>
    </dgm:pt>
    <dgm:pt modelId="{5AC310E3-EE1B-4F0C-8C37-529E0F5F3A4B}" type="parTrans" cxnId="{8444E7EB-ED7D-402F-8E37-816F64741207}">
      <dgm:prSet/>
      <dgm:spPr/>
      <dgm:t>
        <a:bodyPr/>
        <a:lstStyle/>
        <a:p>
          <a:endParaRPr lang="en-US"/>
        </a:p>
      </dgm:t>
    </dgm:pt>
    <dgm:pt modelId="{190A2AEE-7AA5-43F4-A764-40F9335D5A78}" type="sibTrans" cxnId="{8444E7EB-ED7D-402F-8E37-816F64741207}">
      <dgm:prSet/>
      <dgm:spPr/>
      <dgm:t>
        <a:bodyPr/>
        <a:lstStyle/>
        <a:p>
          <a:endParaRPr lang="en-US"/>
        </a:p>
      </dgm:t>
    </dgm:pt>
    <dgm:pt modelId="{11A5E9AE-640A-40A4-A7DB-68F5BD30331F}" type="pres">
      <dgm:prSet presAssocID="{956794A4-FB82-4D0E-9F45-76AD06A74519}" presName="Name0" presStyleCnt="0">
        <dgm:presLayoutVars>
          <dgm:dir/>
          <dgm:resizeHandles val="exact"/>
        </dgm:presLayoutVars>
      </dgm:prSet>
      <dgm:spPr/>
    </dgm:pt>
    <dgm:pt modelId="{1919BC0A-E515-467B-A705-A12C48785206}" type="pres">
      <dgm:prSet presAssocID="{B21EA4E4-11A7-498A-9695-F0C418A848C5}" presName="composite" presStyleCnt="0"/>
      <dgm:spPr/>
    </dgm:pt>
    <dgm:pt modelId="{CC3AF85C-CB63-4D8F-88C2-37B1E517B185}" type="pres">
      <dgm:prSet presAssocID="{B21EA4E4-11A7-498A-9695-F0C418A848C5}" presName="rect1" presStyleLbl="bgImgPlace1" presStyleIdx="0" presStyleCnt="10"/>
      <dgm:spPr>
        <a:blipFill>
          <a:blip xmlns:r="http://schemas.openxmlformats.org/officeDocument/2006/relationships" r:embed="rId1">
            <a:extLst>
              <a:ext uri="{96DAC541-7B7A-43D3-8B79-37D633B846F1}">
                <asvg:svgBlip xmlns:asvg="http://schemas.microsoft.com/office/drawing/2016/SVG/main" r:embed="rId2"/>
              </a:ext>
            </a:extLst>
          </a:blip>
          <a:srcRect/>
          <a:stretch>
            <a:fillRect t="-9000" b="-9000"/>
          </a:stretch>
        </a:blipFill>
      </dgm:spPr>
      <dgm:extLst>
        <a:ext uri="{E40237B7-FDA0-4F09-8148-C483321AD2D9}">
          <dgm14:cNvPr xmlns:dgm14="http://schemas.microsoft.com/office/drawing/2010/diagram" id="0" name="" descr="Thermometer with solid fill"/>
        </a:ext>
      </dgm:extLst>
    </dgm:pt>
    <dgm:pt modelId="{90F66338-965D-466A-96C9-43F4F9D70D94}" type="pres">
      <dgm:prSet presAssocID="{B21EA4E4-11A7-498A-9695-F0C418A848C5}" presName="wedgeRectCallout1" presStyleLbl="node1" presStyleIdx="0" presStyleCnt="10">
        <dgm:presLayoutVars>
          <dgm:bulletEnabled val="1"/>
        </dgm:presLayoutVars>
      </dgm:prSet>
      <dgm:spPr/>
    </dgm:pt>
    <dgm:pt modelId="{AEADB1BF-4EFD-47E9-8C80-FB620038B5FE}" type="pres">
      <dgm:prSet presAssocID="{16967756-BEF4-4FB1-8F3E-14D780A5F00F}" presName="sibTrans" presStyleCnt="0"/>
      <dgm:spPr/>
    </dgm:pt>
    <dgm:pt modelId="{2D68341E-C457-423B-A231-56C650EFB449}" type="pres">
      <dgm:prSet presAssocID="{728FAA08-F498-4E3F-9DCF-61C0F5459085}" presName="composite" presStyleCnt="0"/>
      <dgm:spPr/>
    </dgm:pt>
    <dgm:pt modelId="{D75B4B5C-3EA7-4609-A0D9-D17E1947BA80}" type="pres">
      <dgm:prSet presAssocID="{728FAA08-F498-4E3F-9DCF-61C0F5459085}" presName="rect1" presStyleLbl="bgImgPlace1" presStyleIdx="1" presStyleCnt="10"/>
      <dgm:spPr>
        <a:blipFill>
          <a:blip xmlns:r="http://schemas.openxmlformats.org/officeDocument/2006/relationships" r:embed="rId3">
            <a:extLst>
              <a:ext uri="{96DAC541-7B7A-43D3-8B79-37D633B846F1}">
                <asvg:svgBlip xmlns:asvg="http://schemas.microsoft.com/office/drawing/2016/SVG/main" r:embed="rId4"/>
              </a:ext>
            </a:extLst>
          </a:blip>
          <a:srcRect/>
          <a:stretch>
            <a:fillRect t="-9000" b="-9000"/>
          </a:stretch>
        </a:blipFill>
      </dgm:spPr>
      <dgm:extLst>
        <a:ext uri="{E40237B7-FDA0-4F09-8148-C483321AD2D9}">
          <dgm14:cNvPr xmlns:dgm14="http://schemas.microsoft.com/office/drawing/2010/diagram" id="0" name="" descr="Lights On with solid fill"/>
        </a:ext>
      </dgm:extLst>
    </dgm:pt>
    <dgm:pt modelId="{C5148E1A-4B86-4119-9001-A7B0936D997A}" type="pres">
      <dgm:prSet presAssocID="{728FAA08-F498-4E3F-9DCF-61C0F5459085}" presName="wedgeRectCallout1" presStyleLbl="node1" presStyleIdx="1" presStyleCnt="10">
        <dgm:presLayoutVars>
          <dgm:bulletEnabled val="1"/>
        </dgm:presLayoutVars>
      </dgm:prSet>
      <dgm:spPr/>
    </dgm:pt>
    <dgm:pt modelId="{7C266D37-94E3-4874-88EF-0F099824AB70}" type="pres">
      <dgm:prSet presAssocID="{AD2A672F-3A5C-47A2-8ACF-B19F291C530B}" presName="sibTrans" presStyleCnt="0"/>
      <dgm:spPr/>
    </dgm:pt>
    <dgm:pt modelId="{003A5731-9B54-4B1C-9F26-C0276FDCF034}" type="pres">
      <dgm:prSet presAssocID="{ADF09B6F-B39D-4052-A3EE-A48E07E5C335}" presName="composite" presStyleCnt="0"/>
      <dgm:spPr/>
    </dgm:pt>
    <dgm:pt modelId="{1B60844F-B481-4462-99B9-9D0731D253C3}" type="pres">
      <dgm:prSet presAssocID="{ADF09B6F-B39D-4052-A3EE-A48E07E5C335}" presName="rect1" presStyleLbl="bgImgPlace1" presStyleIdx="2" presStyleCnt="10"/>
      <dgm:spPr>
        <a:blipFill>
          <a:blip xmlns:r="http://schemas.openxmlformats.org/officeDocument/2006/relationships" r:embed="rId5">
            <a:extLst>
              <a:ext uri="{96DAC541-7B7A-43D3-8B79-37D633B846F1}">
                <asvg:svgBlip xmlns:asvg="http://schemas.microsoft.com/office/drawing/2016/SVG/main" r:embed="rId6"/>
              </a:ext>
            </a:extLst>
          </a:blip>
          <a:srcRect/>
          <a:stretch>
            <a:fillRect t="-9000" b="-9000"/>
          </a:stretch>
        </a:blipFill>
      </dgm:spPr>
      <dgm:extLst>
        <a:ext uri="{E40237B7-FDA0-4F09-8148-C483321AD2D9}">
          <dgm14:cNvPr xmlns:dgm14="http://schemas.microsoft.com/office/drawing/2010/diagram" id="0" name="" descr="Power Plant outline"/>
        </a:ext>
      </dgm:extLst>
    </dgm:pt>
    <dgm:pt modelId="{5178E61D-40EE-40CF-9A00-BA218E460FAD}" type="pres">
      <dgm:prSet presAssocID="{ADF09B6F-B39D-4052-A3EE-A48E07E5C335}" presName="wedgeRectCallout1" presStyleLbl="node1" presStyleIdx="2" presStyleCnt="10">
        <dgm:presLayoutVars>
          <dgm:bulletEnabled val="1"/>
        </dgm:presLayoutVars>
      </dgm:prSet>
      <dgm:spPr/>
    </dgm:pt>
    <dgm:pt modelId="{641CAEAC-7BFF-4A77-A7C3-2C81E52A1BFA}" type="pres">
      <dgm:prSet presAssocID="{58FC3047-6BC5-4BB7-8C39-41092E7F7AA3}" presName="sibTrans" presStyleCnt="0"/>
      <dgm:spPr/>
    </dgm:pt>
    <dgm:pt modelId="{2F1600AD-A4BF-4C95-AD34-9008A4E7045D}" type="pres">
      <dgm:prSet presAssocID="{778556B4-F18B-4D63-85A5-62EA94E32D0C}" presName="composite" presStyleCnt="0"/>
      <dgm:spPr/>
    </dgm:pt>
    <dgm:pt modelId="{15F580CC-1D5E-42B6-A5C5-047A10770FCD}" type="pres">
      <dgm:prSet presAssocID="{778556B4-F18B-4D63-85A5-62EA94E32D0C}" presName="rect1" presStyleLbl="bgImgPlace1" presStyleIdx="3" presStyleCnt="10"/>
      <dgm:spPr>
        <a:blipFill>
          <a:blip xmlns:r="http://schemas.openxmlformats.org/officeDocument/2006/relationships" r:embed="rId7">
            <a:extLst>
              <a:ext uri="{96DAC541-7B7A-43D3-8B79-37D633B846F1}">
                <asvg:svgBlip xmlns:asvg="http://schemas.microsoft.com/office/drawing/2016/SVG/main" r:embed="rId8"/>
              </a:ext>
            </a:extLst>
          </a:blip>
          <a:srcRect/>
          <a:stretch>
            <a:fillRect t="-13000" b="-13000"/>
          </a:stretch>
        </a:blipFill>
      </dgm:spPr>
      <dgm:extLst>
        <a:ext uri="{E40237B7-FDA0-4F09-8148-C483321AD2D9}">
          <dgm14:cNvPr xmlns:dgm14="http://schemas.microsoft.com/office/drawing/2010/diagram" id="0" name="" descr="Fire outline"/>
        </a:ext>
      </dgm:extLst>
    </dgm:pt>
    <dgm:pt modelId="{1FF1A7D4-ADE1-4392-8CD2-5B155B324E07}" type="pres">
      <dgm:prSet presAssocID="{778556B4-F18B-4D63-85A5-62EA94E32D0C}" presName="wedgeRectCallout1" presStyleLbl="node1" presStyleIdx="3" presStyleCnt="10">
        <dgm:presLayoutVars>
          <dgm:bulletEnabled val="1"/>
        </dgm:presLayoutVars>
      </dgm:prSet>
      <dgm:spPr/>
    </dgm:pt>
    <dgm:pt modelId="{C44561DD-4D1B-4D60-970A-FA09ADCF45AC}" type="pres">
      <dgm:prSet presAssocID="{9523C5FE-D84F-449D-A93B-CCA72CC815E8}" presName="sibTrans" presStyleCnt="0"/>
      <dgm:spPr/>
    </dgm:pt>
    <dgm:pt modelId="{990D691B-F1A4-4B48-B516-F311380EBEE0}" type="pres">
      <dgm:prSet presAssocID="{3F65F4DC-49F6-4360-99BB-A6E6EE3F1754}" presName="composite" presStyleCnt="0"/>
      <dgm:spPr/>
    </dgm:pt>
    <dgm:pt modelId="{32593DD4-A72A-46F1-8459-C35595D56DBF}" type="pres">
      <dgm:prSet presAssocID="{3F65F4DC-49F6-4360-99BB-A6E6EE3F1754}" presName="rect1" presStyleLbl="bgImgPlace1" presStyleIdx="4" presStyleCnt="10"/>
      <dgm:spPr>
        <a:blipFill>
          <a:blip xmlns:r="http://schemas.openxmlformats.org/officeDocument/2006/relationships" r:embed="rId9">
            <a:extLst>
              <a:ext uri="{96DAC541-7B7A-43D3-8B79-37D633B846F1}">
                <asvg:svgBlip xmlns:asvg="http://schemas.microsoft.com/office/drawing/2016/SVG/main" r:embed="rId10"/>
              </a:ext>
            </a:extLst>
          </a:blip>
          <a:srcRect/>
          <a:stretch>
            <a:fillRect t="-9000" b="-9000"/>
          </a:stretch>
        </a:blipFill>
      </dgm:spPr>
      <dgm:extLst>
        <a:ext uri="{E40237B7-FDA0-4F09-8148-C483321AD2D9}">
          <dgm14:cNvPr xmlns:dgm14="http://schemas.microsoft.com/office/drawing/2010/diagram" id="0" name="" descr="Radioactive outline"/>
        </a:ext>
      </dgm:extLst>
    </dgm:pt>
    <dgm:pt modelId="{6EFFF650-22A9-4D9E-80EA-B6718D4DFDCD}" type="pres">
      <dgm:prSet presAssocID="{3F65F4DC-49F6-4360-99BB-A6E6EE3F1754}" presName="wedgeRectCallout1" presStyleLbl="node1" presStyleIdx="4" presStyleCnt="10">
        <dgm:presLayoutVars>
          <dgm:bulletEnabled val="1"/>
        </dgm:presLayoutVars>
      </dgm:prSet>
      <dgm:spPr/>
    </dgm:pt>
    <dgm:pt modelId="{D3A0433E-50F1-43D1-A689-47A79842C1DE}" type="pres">
      <dgm:prSet presAssocID="{C8EFBE6C-955B-4BB6-BF26-1D4837D65C4D}" presName="sibTrans" presStyleCnt="0"/>
      <dgm:spPr/>
    </dgm:pt>
    <dgm:pt modelId="{DEC12D6F-E571-42A7-9615-A10590ED1901}" type="pres">
      <dgm:prSet presAssocID="{F6C31472-F7F8-491D-BC64-3E1ADDE04AB7}" presName="composite" presStyleCnt="0"/>
      <dgm:spPr/>
    </dgm:pt>
    <dgm:pt modelId="{A8AFCC5D-309A-4B75-A141-24F9481CF17A}" type="pres">
      <dgm:prSet presAssocID="{F6C31472-F7F8-491D-BC64-3E1ADDE04AB7}" presName="rect1" presStyleLbl="bgImgPlace1" presStyleIdx="5" presStyleCnt="10"/>
      <dgm:spPr>
        <a:blipFill>
          <a:blip xmlns:r="http://schemas.openxmlformats.org/officeDocument/2006/relationships" r:embed="rId11">
            <a:extLst>
              <a:ext uri="{96DAC541-7B7A-43D3-8B79-37D633B846F1}">
                <asvg:svgBlip xmlns:asvg="http://schemas.microsoft.com/office/drawing/2016/SVG/main" r:embed="rId12"/>
              </a:ext>
            </a:extLst>
          </a:blip>
          <a:srcRect/>
          <a:stretch>
            <a:fillRect t="-13000" b="-13000"/>
          </a:stretch>
        </a:blipFill>
      </dgm:spPr>
      <dgm:extLst>
        <a:ext uri="{E40237B7-FDA0-4F09-8148-C483321AD2D9}">
          <dgm14:cNvPr xmlns:dgm14="http://schemas.microsoft.com/office/drawing/2010/diagram" id="0" name="" descr="Door Closed outline"/>
        </a:ext>
      </dgm:extLst>
    </dgm:pt>
    <dgm:pt modelId="{ED4FBC48-BAA0-4FBD-8B8F-6AF125E458E2}" type="pres">
      <dgm:prSet presAssocID="{F6C31472-F7F8-491D-BC64-3E1ADDE04AB7}" presName="wedgeRectCallout1" presStyleLbl="node1" presStyleIdx="5" presStyleCnt="10">
        <dgm:presLayoutVars>
          <dgm:bulletEnabled val="1"/>
        </dgm:presLayoutVars>
      </dgm:prSet>
      <dgm:spPr/>
    </dgm:pt>
    <dgm:pt modelId="{E2E10C59-F65C-4894-8144-F0CE0AC2E1E6}" type="pres">
      <dgm:prSet presAssocID="{8CC15CE9-C808-4E3D-8B63-1B43E872673E}" presName="sibTrans" presStyleCnt="0"/>
      <dgm:spPr/>
    </dgm:pt>
    <dgm:pt modelId="{4AD19393-AD09-43F6-AF87-E550F7EEEF5D}" type="pres">
      <dgm:prSet presAssocID="{8434A742-21C0-4376-ABB9-215537A60D03}" presName="composite" presStyleCnt="0"/>
      <dgm:spPr/>
    </dgm:pt>
    <dgm:pt modelId="{BDC6FBE8-8ECC-411E-9771-6F8D12C27507}" type="pres">
      <dgm:prSet presAssocID="{8434A742-21C0-4376-ABB9-215537A60D03}" presName="rect1" presStyleLbl="bgImgPlace1" presStyleIdx="6" presStyleCnt="10"/>
      <dgm:spPr>
        <a:blipFill>
          <a:blip xmlns:r="http://schemas.openxmlformats.org/officeDocument/2006/relationships" r:embed="rId13">
            <a:extLst>
              <a:ext uri="{96DAC541-7B7A-43D3-8B79-37D633B846F1}">
                <asvg:svgBlip xmlns:asvg="http://schemas.microsoft.com/office/drawing/2016/SVG/main" r:embed="rId14"/>
              </a:ext>
            </a:extLst>
          </a:blip>
          <a:srcRect/>
          <a:stretch>
            <a:fillRect t="-9000" b="-9000"/>
          </a:stretch>
        </a:blipFill>
      </dgm:spPr>
      <dgm:extLst>
        <a:ext uri="{E40237B7-FDA0-4F09-8148-C483321AD2D9}">
          <dgm14:cNvPr xmlns:dgm14="http://schemas.microsoft.com/office/drawing/2010/diagram" id="0" name="" descr="Broken Fire Hydrant outline"/>
        </a:ext>
      </dgm:extLst>
    </dgm:pt>
    <dgm:pt modelId="{3C90B31D-10D7-4C0E-A242-C8B78281B596}" type="pres">
      <dgm:prSet presAssocID="{8434A742-21C0-4376-ABB9-215537A60D03}" presName="wedgeRectCallout1" presStyleLbl="node1" presStyleIdx="6" presStyleCnt="10">
        <dgm:presLayoutVars>
          <dgm:bulletEnabled val="1"/>
        </dgm:presLayoutVars>
      </dgm:prSet>
      <dgm:spPr/>
    </dgm:pt>
    <dgm:pt modelId="{FD1AD028-BFED-4A95-8DDE-590C02E21A49}" type="pres">
      <dgm:prSet presAssocID="{447439E8-E2C1-48F8-A2D0-2D24A7857233}" presName="sibTrans" presStyleCnt="0"/>
      <dgm:spPr/>
    </dgm:pt>
    <dgm:pt modelId="{0420899F-7F3B-44DA-BD9C-73E0D1C8E7BD}" type="pres">
      <dgm:prSet presAssocID="{55384218-A4DE-4E0D-B7AD-C1986E2535BA}" presName="composite" presStyleCnt="0"/>
      <dgm:spPr/>
    </dgm:pt>
    <dgm:pt modelId="{E51B05A1-7500-40BC-901C-D82DDA23682B}" type="pres">
      <dgm:prSet presAssocID="{55384218-A4DE-4E0D-B7AD-C1986E2535BA}" presName="rect1" presStyleLbl="bgImgPlace1" presStyleIdx="7" presStyleCnt="10"/>
      <dgm:spPr>
        <a:blipFill>
          <a:blip xmlns:r="http://schemas.openxmlformats.org/officeDocument/2006/relationships" r:embed="rId15">
            <a:extLst>
              <a:ext uri="{96DAC541-7B7A-43D3-8B79-37D633B846F1}">
                <asvg:svgBlip xmlns:asvg="http://schemas.microsoft.com/office/drawing/2016/SVG/main" r:embed="rId16"/>
              </a:ext>
            </a:extLst>
          </a:blip>
          <a:srcRect/>
          <a:stretch>
            <a:fillRect t="-9000" b="-9000"/>
          </a:stretch>
        </a:blipFill>
      </dgm:spPr>
      <dgm:extLst>
        <a:ext uri="{E40237B7-FDA0-4F09-8148-C483321AD2D9}">
          <dgm14:cNvPr xmlns:dgm14="http://schemas.microsoft.com/office/drawing/2010/diagram" id="0" name="" descr="Megaphone1 outline"/>
        </a:ext>
      </dgm:extLst>
    </dgm:pt>
    <dgm:pt modelId="{D4B0AD6D-5338-4B82-92AB-F37D4B96C3CC}" type="pres">
      <dgm:prSet presAssocID="{55384218-A4DE-4E0D-B7AD-C1986E2535BA}" presName="wedgeRectCallout1" presStyleLbl="node1" presStyleIdx="7" presStyleCnt="10">
        <dgm:presLayoutVars>
          <dgm:bulletEnabled val="1"/>
        </dgm:presLayoutVars>
      </dgm:prSet>
      <dgm:spPr/>
    </dgm:pt>
    <dgm:pt modelId="{6ADF22BD-5D29-4872-A48A-2FBB6E6286C5}" type="pres">
      <dgm:prSet presAssocID="{F82005C4-713A-4338-A822-DA86C487C033}" presName="sibTrans" presStyleCnt="0"/>
      <dgm:spPr/>
    </dgm:pt>
    <dgm:pt modelId="{4628DBC2-BDDA-430C-87E8-2483DF7C2D61}" type="pres">
      <dgm:prSet presAssocID="{7C7C9DAB-1AB6-4429-9F6D-3416EB48EF47}" presName="composite" presStyleCnt="0"/>
      <dgm:spPr/>
    </dgm:pt>
    <dgm:pt modelId="{D991244F-15F6-4A9E-AE44-B1A08C1CA672}" type="pres">
      <dgm:prSet presAssocID="{7C7C9DAB-1AB6-4429-9F6D-3416EB48EF47}" presName="rect1" presStyleLbl="bgImgPlace1" presStyleIdx="8" presStyleCnt="10"/>
      <dgm:spPr>
        <a:blipFill>
          <a:blip xmlns:r="http://schemas.openxmlformats.org/officeDocument/2006/relationships" r:embed="rId17">
            <a:extLst>
              <a:ext uri="{96DAC541-7B7A-43D3-8B79-37D633B846F1}">
                <asvg:svgBlip xmlns:asvg="http://schemas.microsoft.com/office/drawing/2016/SVG/main" r:embed="rId18"/>
              </a:ext>
            </a:extLst>
          </a:blip>
          <a:srcRect/>
          <a:stretch>
            <a:fillRect t="-13000" b="-13000"/>
          </a:stretch>
        </a:blipFill>
      </dgm:spPr>
      <dgm:extLst>
        <a:ext uri="{E40237B7-FDA0-4F09-8148-C483321AD2D9}">
          <dgm14:cNvPr xmlns:dgm14="http://schemas.microsoft.com/office/drawing/2010/diagram" id="0" name="" descr="Mop and bucket outline"/>
        </a:ext>
      </dgm:extLst>
    </dgm:pt>
    <dgm:pt modelId="{551F63A6-087C-4F37-843C-47E1AC8C2E7A}" type="pres">
      <dgm:prSet presAssocID="{7C7C9DAB-1AB6-4429-9F6D-3416EB48EF47}" presName="wedgeRectCallout1" presStyleLbl="node1" presStyleIdx="8" presStyleCnt="10">
        <dgm:presLayoutVars>
          <dgm:bulletEnabled val="1"/>
        </dgm:presLayoutVars>
      </dgm:prSet>
      <dgm:spPr/>
    </dgm:pt>
    <dgm:pt modelId="{D62038A4-6C02-4E12-AF00-7323EE3B33DA}" type="pres">
      <dgm:prSet presAssocID="{D1E51FC5-D046-47B1-A688-D130C26B1936}" presName="sibTrans" presStyleCnt="0"/>
      <dgm:spPr/>
    </dgm:pt>
    <dgm:pt modelId="{026B8286-A8BC-471C-9FE3-33328B8C2B5A}" type="pres">
      <dgm:prSet presAssocID="{FA84BC56-877C-4F1E-B57A-BB1C01E2271C}" presName="composite" presStyleCnt="0"/>
      <dgm:spPr/>
    </dgm:pt>
    <dgm:pt modelId="{A3F698E1-A789-459B-ADF4-2EB0CCEBAE78}" type="pres">
      <dgm:prSet presAssocID="{FA84BC56-877C-4F1E-B57A-BB1C01E2271C}" presName="rect1" presStyleLbl="bgImgPlace1" presStyleIdx="9" presStyleCnt="10"/>
      <dgm:spPr>
        <a:blipFill>
          <a:blip xmlns:r="http://schemas.openxmlformats.org/officeDocument/2006/relationships" r:embed="rId19">
            <a:extLst>
              <a:ext uri="{96DAC541-7B7A-43D3-8B79-37D633B846F1}">
                <asvg:svgBlip xmlns:asvg="http://schemas.microsoft.com/office/drawing/2016/SVG/main" r:embed="rId20"/>
              </a:ext>
            </a:extLst>
          </a:blip>
          <a:srcRect/>
          <a:stretch>
            <a:fillRect t="-9000" b="-9000"/>
          </a:stretch>
        </a:blipFill>
      </dgm:spPr>
      <dgm:extLst>
        <a:ext uri="{E40237B7-FDA0-4F09-8148-C483321AD2D9}">
          <dgm14:cNvPr xmlns:dgm14="http://schemas.microsoft.com/office/drawing/2010/diagram" id="0" name="" descr="Rain outline"/>
        </a:ext>
      </dgm:extLst>
    </dgm:pt>
    <dgm:pt modelId="{6F500C92-AB65-490A-A9A0-90BD50BDAE5B}" type="pres">
      <dgm:prSet presAssocID="{FA84BC56-877C-4F1E-B57A-BB1C01E2271C}" presName="wedgeRectCallout1" presStyleLbl="node1" presStyleIdx="9" presStyleCnt="10">
        <dgm:presLayoutVars>
          <dgm:bulletEnabled val="1"/>
        </dgm:presLayoutVars>
      </dgm:prSet>
      <dgm:spPr/>
    </dgm:pt>
  </dgm:ptLst>
  <dgm:cxnLst>
    <dgm:cxn modelId="{8D24FE15-F719-4F01-8676-75B61EFD3394}" srcId="{956794A4-FB82-4D0E-9F45-76AD06A74519}" destId="{728FAA08-F498-4E3F-9DCF-61C0F5459085}" srcOrd="1" destOrd="0" parTransId="{15A6D741-B2C5-4C12-AAB1-DE4D366F4003}" sibTransId="{AD2A672F-3A5C-47A2-8ACF-B19F291C530B}"/>
    <dgm:cxn modelId="{6644141B-4D01-4C40-9409-0B715FC516DA}" srcId="{956794A4-FB82-4D0E-9F45-76AD06A74519}" destId="{ADF09B6F-B39D-4052-A3EE-A48E07E5C335}" srcOrd="2" destOrd="0" parTransId="{6C97D73C-5D16-45B6-B3B7-E62B3ED0F62D}" sibTransId="{58FC3047-6BC5-4BB7-8C39-41092E7F7AA3}"/>
    <dgm:cxn modelId="{0BC54D37-6FBB-4D1D-819A-DDCC106B583B}" type="presOf" srcId="{FA84BC56-877C-4F1E-B57A-BB1C01E2271C}" destId="{6F500C92-AB65-490A-A9A0-90BD50BDAE5B}" srcOrd="0" destOrd="0" presId="urn:microsoft.com/office/officeart/2008/layout/BendingPictureCaptionList"/>
    <dgm:cxn modelId="{0A163E38-8F30-47FF-9B69-F32FB6E6B960}" srcId="{956794A4-FB82-4D0E-9F45-76AD06A74519}" destId="{B21EA4E4-11A7-498A-9695-F0C418A848C5}" srcOrd="0" destOrd="0" parTransId="{60DBE4F0-63D4-473A-AB80-A0F589CDAA71}" sibTransId="{16967756-BEF4-4FB1-8F3E-14D780A5F00F}"/>
    <dgm:cxn modelId="{EBBC1B65-717C-423A-BB0D-3268EFA8EF11}" type="presOf" srcId="{7C7C9DAB-1AB6-4429-9F6D-3416EB48EF47}" destId="{551F63A6-087C-4F37-843C-47E1AC8C2E7A}" srcOrd="0" destOrd="0" presId="urn:microsoft.com/office/officeart/2008/layout/BendingPictureCaptionList"/>
    <dgm:cxn modelId="{93EAE453-7B87-46CB-9830-E7FA24B2C69B}" type="presOf" srcId="{F6C31472-F7F8-491D-BC64-3E1ADDE04AB7}" destId="{ED4FBC48-BAA0-4FBD-8B8F-6AF125E458E2}" srcOrd="0" destOrd="0" presId="urn:microsoft.com/office/officeart/2008/layout/BendingPictureCaptionList"/>
    <dgm:cxn modelId="{1021158E-D93C-4347-9993-DC8F4FA92F93}" type="presOf" srcId="{B21EA4E4-11A7-498A-9695-F0C418A848C5}" destId="{90F66338-965D-466A-96C9-43F4F9D70D94}" srcOrd="0" destOrd="0" presId="urn:microsoft.com/office/officeart/2008/layout/BendingPictureCaptionList"/>
    <dgm:cxn modelId="{73F0849D-2907-4B76-81EE-62296900E17D}" srcId="{956794A4-FB82-4D0E-9F45-76AD06A74519}" destId="{F6C31472-F7F8-491D-BC64-3E1ADDE04AB7}" srcOrd="5" destOrd="0" parTransId="{B3CC2974-71DC-48CC-9525-129B86313571}" sibTransId="{8CC15CE9-C808-4E3D-8B63-1B43E872673E}"/>
    <dgm:cxn modelId="{6C22399F-BF65-47B5-979B-2F26B5CF98B9}" srcId="{956794A4-FB82-4D0E-9F45-76AD06A74519}" destId="{778556B4-F18B-4D63-85A5-62EA94E32D0C}" srcOrd="3" destOrd="0" parTransId="{5E59146B-B250-4329-B6B9-E001A8AAA035}" sibTransId="{9523C5FE-D84F-449D-A93B-CCA72CC815E8}"/>
    <dgm:cxn modelId="{FFB07CA6-DC66-44E7-93AC-9CEC91A8D6B6}" type="presOf" srcId="{3F65F4DC-49F6-4360-99BB-A6E6EE3F1754}" destId="{6EFFF650-22A9-4D9E-80EA-B6718D4DFDCD}" srcOrd="0" destOrd="0" presId="urn:microsoft.com/office/officeart/2008/layout/BendingPictureCaptionList"/>
    <dgm:cxn modelId="{0229E4AC-8BDD-4218-8D21-5FA41B8794CE}" srcId="{956794A4-FB82-4D0E-9F45-76AD06A74519}" destId="{55384218-A4DE-4E0D-B7AD-C1986E2535BA}" srcOrd="7" destOrd="0" parTransId="{26C73427-4E5F-4131-A7A1-B965CEBB7B8A}" sibTransId="{F82005C4-713A-4338-A822-DA86C487C033}"/>
    <dgm:cxn modelId="{18BF05B0-EB8C-41C1-9BE7-4CDC81074EE5}" srcId="{956794A4-FB82-4D0E-9F45-76AD06A74519}" destId="{8434A742-21C0-4376-ABB9-215537A60D03}" srcOrd="6" destOrd="0" parTransId="{75FD8013-B546-4F76-A5F3-F2D167DDBCAF}" sibTransId="{447439E8-E2C1-48F8-A2D0-2D24A7857233}"/>
    <dgm:cxn modelId="{302330B7-F010-43F5-8708-71B3E42515E6}" srcId="{956794A4-FB82-4D0E-9F45-76AD06A74519}" destId="{7C7C9DAB-1AB6-4429-9F6D-3416EB48EF47}" srcOrd="8" destOrd="0" parTransId="{C56A0549-CF95-4C4A-B1EF-0B4D9A6C458B}" sibTransId="{D1E51FC5-D046-47B1-A688-D130C26B1936}"/>
    <dgm:cxn modelId="{437638DA-DAA5-493F-AAF9-ABFD6ADAE661}" type="presOf" srcId="{8434A742-21C0-4376-ABB9-215537A60D03}" destId="{3C90B31D-10D7-4C0E-A242-C8B78281B596}" srcOrd="0" destOrd="0" presId="urn:microsoft.com/office/officeart/2008/layout/BendingPictureCaptionList"/>
    <dgm:cxn modelId="{0E751DDD-F3C7-4145-8710-7938F0BDD05D}" type="presOf" srcId="{956794A4-FB82-4D0E-9F45-76AD06A74519}" destId="{11A5E9AE-640A-40A4-A7DB-68F5BD30331F}" srcOrd="0" destOrd="0" presId="urn:microsoft.com/office/officeart/2008/layout/BendingPictureCaptionList"/>
    <dgm:cxn modelId="{192422DF-CE49-4F46-8BA1-C8EBE47B8C8B}" type="presOf" srcId="{ADF09B6F-B39D-4052-A3EE-A48E07E5C335}" destId="{5178E61D-40EE-40CF-9A00-BA218E460FAD}" srcOrd="0" destOrd="0" presId="urn:microsoft.com/office/officeart/2008/layout/BendingPictureCaptionList"/>
    <dgm:cxn modelId="{A4CF76E2-E90F-4FBF-A160-558050297B78}" srcId="{956794A4-FB82-4D0E-9F45-76AD06A74519}" destId="{3F65F4DC-49F6-4360-99BB-A6E6EE3F1754}" srcOrd="4" destOrd="0" parTransId="{27BDC236-E81F-483A-B8BA-09AEF4DCC893}" sibTransId="{C8EFBE6C-955B-4BB6-BF26-1D4837D65C4D}"/>
    <dgm:cxn modelId="{8444E7EB-ED7D-402F-8E37-816F64741207}" srcId="{956794A4-FB82-4D0E-9F45-76AD06A74519}" destId="{FA84BC56-877C-4F1E-B57A-BB1C01E2271C}" srcOrd="9" destOrd="0" parTransId="{5AC310E3-EE1B-4F0C-8C37-529E0F5F3A4B}" sibTransId="{190A2AEE-7AA5-43F4-A764-40F9335D5A78}"/>
    <dgm:cxn modelId="{8901C3F3-70FC-4B23-9266-5B9C25FFA5B2}" type="presOf" srcId="{728FAA08-F498-4E3F-9DCF-61C0F5459085}" destId="{C5148E1A-4B86-4119-9001-A7B0936D997A}" srcOrd="0" destOrd="0" presId="urn:microsoft.com/office/officeart/2008/layout/BendingPictureCaptionList"/>
    <dgm:cxn modelId="{B77659F9-478A-4DD4-ADCD-24D9FA3E194E}" type="presOf" srcId="{55384218-A4DE-4E0D-B7AD-C1986E2535BA}" destId="{D4B0AD6D-5338-4B82-92AB-F37D4B96C3CC}" srcOrd="0" destOrd="0" presId="urn:microsoft.com/office/officeart/2008/layout/BendingPictureCaptionList"/>
    <dgm:cxn modelId="{94A627FF-3201-4DDD-97DD-65F48A188CEA}" type="presOf" srcId="{778556B4-F18B-4D63-85A5-62EA94E32D0C}" destId="{1FF1A7D4-ADE1-4392-8CD2-5B155B324E07}" srcOrd="0" destOrd="0" presId="urn:microsoft.com/office/officeart/2008/layout/BendingPictureCaptionList"/>
    <dgm:cxn modelId="{DFD769B4-A64C-4274-833B-50272E67A700}" type="presParOf" srcId="{11A5E9AE-640A-40A4-A7DB-68F5BD30331F}" destId="{1919BC0A-E515-467B-A705-A12C48785206}" srcOrd="0" destOrd="0" presId="urn:microsoft.com/office/officeart/2008/layout/BendingPictureCaptionList"/>
    <dgm:cxn modelId="{BDC12A34-D1C8-41B5-B034-6D6A9FA79D57}" type="presParOf" srcId="{1919BC0A-E515-467B-A705-A12C48785206}" destId="{CC3AF85C-CB63-4D8F-88C2-37B1E517B185}" srcOrd="0" destOrd="0" presId="urn:microsoft.com/office/officeart/2008/layout/BendingPictureCaptionList"/>
    <dgm:cxn modelId="{F6CE66E2-F754-4E4D-80ED-71EC6A467B6A}" type="presParOf" srcId="{1919BC0A-E515-467B-A705-A12C48785206}" destId="{90F66338-965D-466A-96C9-43F4F9D70D94}" srcOrd="1" destOrd="0" presId="urn:microsoft.com/office/officeart/2008/layout/BendingPictureCaptionList"/>
    <dgm:cxn modelId="{914BA8C9-CF23-417F-B9A0-75BDDFD272A1}" type="presParOf" srcId="{11A5E9AE-640A-40A4-A7DB-68F5BD30331F}" destId="{AEADB1BF-4EFD-47E9-8C80-FB620038B5FE}" srcOrd="1" destOrd="0" presId="urn:microsoft.com/office/officeart/2008/layout/BendingPictureCaptionList"/>
    <dgm:cxn modelId="{AB820C5B-4311-4DF8-940B-0B63124AE22F}" type="presParOf" srcId="{11A5E9AE-640A-40A4-A7DB-68F5BD30331F}" destId="{2D68341E-C457-423B-A231-56C650EFB449}" srcOrd="2" destOrd="0" presId="urn:microsoft.com/office/officeart/2008/layout/BendingPictureCaptionList"/>
    <dgm:cxn modelId="{A0F7C474-63C2-4B6E-BBF0-82C5A7D46EF9}" type="presParOf" srcId="{2D68341E-C457-423B-A231-56C650EFB449}" destId="{D75B4B5C-3EA7-4609-A0D9-D17E1947BA80}" srcOrd="0" destOrd="0" presId="urn:microsoft.com/office/officeart/2008/layout/BendingPictureCaptionList"/>
    <dgm:cxn modelId="{1DDDDB62-40A2-4AFF-AE84-8B81E9E5D29C}" type="presParOf" srcId="{2D68341E-C457-423B-A231-56C650EFB449}" destId="{C5148E1A-4B86-4119-9001-A7B0936D997A}" srcOrd="1" destOrd="0" presId="urn:microsoft.com/office/officeart/2008/layout/BendingPictureCaptionList"/>
    <dgm:cxn modelId="{9241BE1A-B6AC-4246-BEC9-3E67EC63D88C}" type="presParOf" srcId="{11A5E9AE-640A-40A4-A7DB-68F5BD30331F}" destId="{7C266D37-94E3-4874-88EF-0F099824AB70}" srcOrd="3" destOrd="0" presId="urn:microsoft.com/office/officeart/2008/layout/BendingPictureCaptionList"/>
    <dgm:cxn modelId="{95B0919E-D090-4703-930F-71415D617555}" type="presParOf" srcId="{11A5E9AE-640A-40A4-A7DB-68F5BD30331F}" destId="{003A5731-9B54-4B1C-9F26-C0276FDCF034}" srcOrd="4" destOrd="0" presId="urn:microsoft.com/office/officeart/2008/layout/BendingPictureCaptionList"/>
    <dgm:cxn modelId="{B2BEA22F-C75C-4CCE-AF0E-ADECED434AE8}" type="presParOf" srcId="{003A5731-9B54-4B1C-9F26-C0276FDCF034}" destId="{1B60844F-B481-4462-99B9-9D0731D253C3}" srcOrd="0" destOrd="0" presId="urn:microsoft.com/office/officeart/2008/layout/BendingPictureCaptionList"/>
    <dgm:cxn modelId="{82BFE2BD-28A4-4210-AF5F-2E6BCF37294C}" type="presParOf" srcId="{003A5731-9B54-4B1C-9F26-C0276FDCF034}" destId="{5178E61D-40EE-40CF-9A00-BA218E460FAD}" srcOrd="1" destOrd="0" presId="urn:microsoft.com/office/officeart/2008/layout/BendingPictureCaptionList"/>
    <dgm:cxn modelId="{E765C19D-9D16-4594-A022-D4786A262E8D}" type="presParOf" srcId="{11A5E9AE-640A-40A4-A7DB-68F5BD30331F}" destId="{641CAEAC-7BFF-4A77-A7C3-2C81E52A1BFA}" srcOrd="5" destOrd="0" presId="urn:microsoft.com/office/officeart/2008/layout/BendingPictureCaptionList"/>
    <dgm:cxn modelId="{A4CB4CD4-7EE1-4C6E-81FE-CFA264825085}" type="presParOf" srcId="{11A5E9AE-640A-40A4-A7DB-68F5BD30331F}" destId="{2F1600AD-A4BF-4C95-AD34-9008A4E7045D}" srcOrd="6" destOrd="0" presId="urn:microsoft.com/office/officeart/2008/layout/BendingPictureCaptionList"/>
    <dgm:cxn modelId="{30E044DD-0669-4DE2-9C49-48CA8199F176}" type="presParOf" srcId="{2F1600AD-A4BF-4C95-AD34-9008A4E7045D}" destId="{15F580CC-1D5E-42B6-A5C5-047A10770FCD}" srcOrd="0" destOrd="0" presId="urn:microsoft.com/office/officeart/2008/layout/BendingPictureCaptionList"/>
    <dgm:cxn modelId="{722BE902-A856-4F76-BAC3-03566DD6CA94}" type="presParOf" srcId="{2F1600AD-A4BF-4C95-AD34-9008A4E7045D}" destId="{1FF1A7D4-ADE1-4392-8CD2-5B155B324E07}" srcOrd="1" destOrd="0" presId="urn:microsoft.com/office/officeart/2008/layout/BendingPictureCaptionList"/>
    <dgm:cxn modelId="{67A89483-CAE5-490D-9E0C-3E4F780200EA}" type="presParOf" srcId="{11A5E9AE-640A-40A4-A7DB-68F5BD30331F}" destId="{C44561DD-4D1B-4D60-970A-FA09ADCF45AC}" srcOrd="7" destOrd="0" presId="urn:microsoft.com/office/officeart/2008/layout/BendingPictureCaptionList"/>
    <dgm:cxn modelId="{D85AB46A-7A12-4C64-B69A-9A3387DD8087}" type="presParOf" srcId="{11A5E9AE-640A-40A4-A7DB-68F5BD30331F}" destId="{990D691B-F1A4-4B48-B516-F311380EBEE0}" srcOrd="8" destOrd="0" presId="urn:microsoft.com/office/officeart/2008/layout/BendingPictureCaptionList"/>
    <dgm:cxn modelId="{80853C70-294E-486E-BBE5-69C56FD308E3}" type="presParOf" srcId="{990D691B-F1A4-4B48-B516-F311380EBEE0}" destId="{32593DD4-A72A-46F1-8459-C35595D56DBF}" srcOrd="0" destOrd="0" presId="urn:microsoft.com/office/officeart/2008/layout/BendingPictureCaptionList"/>
    <dgm:cxn modelId="{6190D955-0D0E-4A3E-B6E4-080902F1C9DA}" type="presParOf" srcId="{990D691B-F1A4-4B48-B516-F311380EBEE0}" destId="{6EFFF650-22A9-4D9E-80EA-B6718D4DFDCD}" srcOrd="1" destOrd="0" presId="urn:microsoft.com/office/officeart/2008/layout/BendingPictureCaptionList"/>
    <dgm:cxn modelId="{10819534-20C1-4668-9022-66FF1F62D877}" type="presParOf" srcId="{11A5E9AE-640A-40A4-A7DB-68F5BD30331F}" destId="{D3A0433E-50F1-43D1-A689-47A79842C1DE}" srcOrd="9" destOrd="0" presId="urn:microsoft.com/office/officeart/2008/layout/BendingPictureCaptionList"/>
    <dgm:cxn modelId="{30BD2FC0-6ECE-45C2-B137-E89AA8D8170A}" type="presParOf" srcId="{11A5E9AE-640A-40A4-A7DB-68F5BD30331F}" destId="{DEC12D6F-E571-42A7-9615-A10590ED1901}" srcOrd="10" destOrd="0" presId="urn:microsoft.com/office/officeart/2008/layout/BendingPictureCaptionList"/>
    <dgm:cxn modelId="{B8A0650C-ADD2-42B8-A7FA-2AFB84EA8DDF}" type="presParOf" srcId="{DEC12D6F-E571-42A7-9615-A10590ED1901}" destId="{A8AFCC5D-309A-4B75-A141-24F9481CF17A}" srcOrd="0" destOrd="0" presId="urn:microsoft.com/office/officeart/2008/layout/BendingPictureCaptionList"/>
    <dgm:cxn modelId="{2F0B25E1-6880-4A0F-BEDA-25E935854576}" type="presParOf" srcId="{DEC12D6F-E571-42A7-9615-A10590ED1901}" destId="{ED4FBC48-BAA0-4FBD-8B8F-6AF125E458E2}" srcOrd="1" destOrd="0" presId="urn:microsoft.com/office/officeart/2008/layout/BendingPictureCaptionList"/>
    <dgm:cxn modelId="{1C06E59B-79DC-4A2A-8C7D-FBA59618E8F3}" type="presParOf" srcId="{11A5E9AE-640A-40A4-A7DB-68F5BD30331F}" destId="{E2E10C59-F65C-4894-8144-F0CE0AC2E1E6}" srcOrd="11" destOrd="0" presId="urn:microsoft.com/office/officeart/2008/layout/BendingPictureCaptionList"/>
    <dgm:cxn modelId="{62316BFD-1A5B-4A91-AEB7-3E4B2A796909}" type="presParOf" srcId="{11A5E9AE-640A-40A4-A7DB-68F5BD30331F}" destId="{4AD19393-AD09-43F6-AF87-E550F7EEEF5D}" srcOrd="12" destOrd="0" presId="urn:microsoft.com/office/officeart/2008/layout/BendingPictureCaptionList"/>
    <dgm:cxn modelId="{B8B1E1CD-6EAE-45BA-A4D1-4727507630B9}" type="presParOf" srcId="{4AD19393-AD09-43F6-AF87-E550F7EEEF5D}" destId="{BDC6FBE8-8ECC-411E-9771-6F8D12C27507}" srcOrd="0" destOrd="0" presId="urn:microsoft.com/office/officeart/2008/layout/BendingPictureCaptionList"/>
    <dgm:cxn modelId="{6D59E3D4-F6B3-4E7C-9DEE-DDE33BD450CF}" type="presParOf" srcId="{4AD19393-AD09-43F6-AF87-E550F7EEEF5D}" destId="{3C90B31D-10D7-4C0E-A242-C8B78281B596}" srcOrd="1" destOrd="0" presId="urn:microsoft.com/office/officeart/2008/layout/BendingPictureCaptionList"/>
    <dgm:cxn modelId="{C9DC17D8-98B8-427C-9C46-3FA6ADC51CA9}" type="presParOf" srcId="{11A5E9AE-640A-40A4-A7DB-68F5BD30331F}" destId="{FD1AD028-BFED-4A95-8DDE-590C02E21A49}" srcOrd="13" destOrd="0" presId="urn:microsoft.com/office/officeart/2008/layout/BendingPictureCaptionList"/>
    <dgm:cxn modelId="{6ED99D50-67ED-4259-A949-4370CE254342}" type="presParOf" srcId="{11A5E9AE-640A-40A4-A7DB-68F5BD30331F}" destId="{0420899F-7F3B-44DA-BD9C-73E0D1C8E7BD}" srcOrd="14" destOrd="0" presId="urn:microsoft.com/office/officeart/2008/layout/BendingPictureCaptionList"/>
    <dgm:cxn modelId="{8B3CE7DA-8A7B-47E0-80C6-2A52210231FA}" type="presParOf" srcId="{0420899F-7F3B-44DA-BD9C-73E0D1C8E7BD}" destId="{E51B05A1-7500-40BC-901C-D82DDA23682B}" srcOrd="0" destOrd="0" presId="urn:microsoft.com/office/officeart/2008/layout/BendingPictureCaptionList"/>
    <dgm:cxn modelId="{C51174C1-C8CC-4A22-A380-51549962486F}" type="presParOf" srcId="{0420899F-7F3B-44DA-BD9C-73E0D1C8E7BD}" destId="{D4B0AD6D-5338-4B82-92AB-F37D4B96C3CC}" srcOrd="1" destOrd="0" presId="urn:microsoft.com/office/officeart/2008/layout/BendingPictureCaptionList"/>
    <dgm:cxn modelId="{0784265A-F2A4-473A-8E2F-ECFD68D082D3}" type="presParOf" srcId="{11A5E9AE-640A-40A4-A7DB-68F5BD30331F}" destId="{6ADF22BD-5D29-4872-A48A-2FBB6E6286C5}" srcOrd="15" destOrd="0" presId="urn:microsoft.com/office/officeart/2008/layout/BendingPictureCaptionList"/>
    <dgm:cxn modelId="{C6B564B9-4D7E-48D5-B723-3A015E5E2244}" type="presParOf" srcId="{11A5E9AE-640A-40A4-A7DB-68F5BD30331F}" destId="{4628DBC2-BDDA-430C-87E8-2483DF7C2D61}" srcOrd="16" destOrd="0" presId="urn:microsoft.com/office/officeart/2008/layout/BendingPictureCaptionList"/>
    <dgm:cxn modelId="{FB8886AA-D4E0-4EBF-9E24-A38A00F4E480}" type="presParOf" srcId="{4628DBC2-BDDA-430C-87E8-2483DF7C2D61}" destId="{D991244F-15F6-4A9E-AE44-B1A08C1CA672}" srcOrd="0" destOrd="0" presId="urn:microsoft.com/office/officeart/2008/layout/BendingPictureCaptionList"/>
    <dgm:cxn modelId="{B6615871-AA7B-4090-9627-5E36D0FC4C21}" type="presParOf" srcId="{4628DBC2-BDDA-430C-87E8-2483DF7C2D61}" destId="{551F63A6-087C-4F37-843C-47E1AC8C2E7A}" srcOrd="1" destOrd="0" presId="urn:microsoft.com/office/officeart/2008/layout/BendingPictureCaptionList"/>
    <dgm:cxn modelId="{0D682F07-E032-42F0-B528-8BEB1FC4DEEC}" type="presParOf" srcId="{11A5E9AE-640A-40A4-A7DB-68F5BD30331F}" destId="{D62038A4-6C02-4E12-AF00-7323EE3B33DA}" srcOrd="17" destOrd="0" presId="urn:microsoft.com/office/officeart/2008/layout/BendingPictureCaptionList"/>
    <dgm:cxn modelId="{3B458AA4-2BD9-456D-A553-204CAE994CA4}" type="presParOf" srcId="{11A5E9AE-640A-40A4-A7DB-68F5BD30331F}" destId="{026B8286-A8BC-471C-9FE3-33328B8C2B5A}" srcOrd="18" destOrd="0" presId="urn:microsoft.com/office/officeart/2008/layout/BendingPictureCaptionList"/>
    <dgm:cxn modelId="{83D50E96-8BF1-4DBE-990C-A2FB0C3D2905}" type="presParOf" srcId="{026B8286-A8BC-471C-9FE3-33328B8C2B5A}" destId="{A3F698E1-A789-459B-ADF4-2EB0CCEBAE78}" srcOrd="0" destOrd="0" presId="urn:microsoft.com/office/officeart/2008/layout/BendingPictureCaptionList"/>
    <dgm:cxn modelId="{05D66204-F859-4794-AEC8-5426782F044F}" type="presParOf" srcId="{026B8286-A8BC-471C-9FE3-33328B8C2B5A}" destId="{6F500C92-AB65-490A-A9A0-90BD50BDAE5B}" srcOrd="1" destOrd="0" presId="urn:microsoft.com/office/officeart/2008/layout/BendingPictureCa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E35697-3065-4F14-BB21-DF09DC39436B}">
      <dsp:nvSpPr>
        <dsp:cNvPr id="0" name=""/>
        <dsp:cNvSpPr/>
      </dsp:nvSpPr>
      <dsp:spPr>
        <a:xfrm>
          <a:off x="7055" y="580629"/>
          <a:ext cx="2501961" cy="1867661"/>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60960" rIns="20320" bIns="20320" numCol="1" spcCol="1270" anchor="t" anchorCtr="0">
          <a:noAutofit/>
        </a:bodyPr>
        <a:lstStyle/>
        <a:p>
          <a:pPr marL="171450" lvl="1" indent="-171450" algn="l" defTabSz="711200">
            <a:lnSpc>
              <a:spcPct val="90000"/>
            </a:lnSpc>
            <a:spcBef>
              <a:spcPct val="0"/>
            </a:spcBef>
            <a:spcAft>
              <a:spcPct val="15000"/>
            </a:spcAft>
            <a:buChar char="•"/>
          </a:pPr>
          <a:r>
            <a:rPr lang="en-GB" sz="1600" b="1" kern="1200" dirty="0"/>
            <a:t>Revenue projected at $43.0 billion for 2025.</a:t>
          </a:r>
        </a:p>
        <a:p>
          <a:pPr marL="171450" lvl="1" indent="-171450" algn="l" defTabSz="711200">
            <a:lnSpc>
              <a:spcPct val="90000"/>
            </a:lnSpc>
            <a:spcBef>
              <a:spcPct val="0"/>
            </a:spcBef>
            <a:spcAft>
              <a:spcPct val="15000"/>
            </a:spcAft>
            <a:buFont typeface="Arial" panose="020B0604020202020204" pitchFamily="34" charset="0"/>
            <a:buChar char="•"/>
          </a:pPr>
          <a:r>
            <a:rPr lang="en-GB" sz="1600" b="1" kern="1200" dirty="0"/>
            <a:t>93% of owning smart home device, estimated 54 established systems</a:t>
          </a:r>
          <a:r>
            <a:rPr lang="en-GB" sz="1600" kern="1200" dirty="0"/>
            <a:t>.</a:t>
          </a:r>
        </a:p>
      </dsp:txBody>
      <dsp:txXfrm>
        <a:off x="50817" y="624391"/>
        <a:ext cx="2414437" cy="1823899"/>
      </dsp:txXfrm>
    </dsp:sp>
    <dsp:sp modelId="{025364D9-710B-4A73-AA83-BE53973391B2}">
      <dsp:nvSpPr>
        <dsp:cNvPr id="0" name=""/>
        <dsp:cNvSpPr/>
      </dsp:nvSpPr>
      <dsp:spPr>
        <a:xfrm>
          <a:off x="7055" y="2448290"/>
          <a:ext cx="2501961" cy="803094"/>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0" rIns="22860" bIns="0" numCol="1" spcCol="1270" anchor="ctr" anchorCtr="0">
          <a:noAutofit/>
        </a:bodyPr>
        <a:lstStyle/>
        <a:p>
          <a:pPr marL="0" lvl="0" indent="0" algn="l" defTabSz="800100">
            <a:lnSpc>
              <a:spcPct val="90000"/>
            </a:lnSpc>
            <a:spcBef>
              <a:spcPct val="0"/>
            </a:spcBef>
            <a:spcAft>
              <a:spcPct val="35000"/>
            </a:spcAft>
            <a:buNone/>
          </a:pPr>
          <a:r>
            <a:rPr lang="en-US" sz="1800" kern="1200" dirty="0"/>
            <a:t>United States</a:t>
          </a:r>
          <a:endParaRPr lang="en-GB" sz="1800" kern="1200" dirty="0"/>
        </a:p>
      </dsp:txBody>
      <dsp:txXfrm>
        <a:off x="7055" y="2448290"/>
        <a:ext cx="1761944" cy="803094"/>
      </dsp:txXfrm>
    </dsp:sp>
    <dsp:sp modelId="{DD169900-EF74-4A38-9606-37A37291C86E}">
      <dsp:nvSpPr>
        <dsp:cNvPr id="0" name=""/>
        <dsp:cNvSpPr/>
      </dsp:nvSpPr>
      <dsp:spPr>
        <a:xfrm>
          <a:off x="1839776" y="2575855"/>
          <a:ext cx="875686" cy="875686"/>
        </a:xfrm>
        <a:prstGeom prst="ellipse">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6FADF76-C566-48FC-AC5A-829BF293AA5D}">
      <dsp:nvSpPr>
        <dsp:cNvPr id="0" name=""/>
        <dsp:cNvSpPr/>
      </dsp:nvSpPr>
      <dsp:spPr>
        <a:xfrm>
          <a:off x="2932409" y="580629"/>
          <a:ext cx="2501961" cy="1867661"/>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60960" rIns="20320" bIns="20320" numCol="1" spcCol="1270" anchor="t" anchorCtr="0">
          <a:noAutofit/>
        </a:bodyPr>
        <a:lstStyle/>
        <a:p>
          <a:pPr marL="171450" lvl="1" indent="-171450" algn="l" defTabSz="711200">
            <a:lnSpc>
              <a:spcPct val="90000"/>
            </a:lnSpc>
            <a:spcBef>
              <a:spcPct val="0"/>
            </a:spcBef>
            <a:spcAft>
              <a:spcPct val="15000"/>
            </a:spcAft>
            <a:buChar char="•"/>
          </a:pPr>
          <a:r>
            <a:rPr lang="en-GB" sz="1600" b="1" kern="1200" dirty="0"/>
            <a:t>64% own smart device. </a:t>
          </a:r>
        </a:p>
        <a:p>
          <a:pPr marL="171450" lvl="1" indent="-171450" algn="l" defTabSz="711200">
            <a:lnSpc>
              <a:spcPct val="90000"/>
            </a:lnSpc>
            <a:spcBef>
              <a:spcPct val="0"/>
            </a:spcBef>
            <a:spcAft>
              <a:spcPct val="15000"/>
            </a:spcAft>
            <a:buChar char="•"/>
          </a:pPr>
          <a:r>
            <a:rPr lang="en-GB" sz="1600" b="1" kern="1200" dirty="0"/>
            <a:t>Advanced systems is projected to reach 68.6% by 2027.</a:t>
          </a:r>
        </a:p>
      </dsp:txBody>
      <dsp:txXfrm>
        <a:off x="2976171" y="624391"/>
        <a:ext cx="2414437" cy="1823899"/>
      </dsp:txXfrm>
    </dsp:sp>
    <dsp:sp modelId="{32EDC965-202C-4151-ACB7-FC92A6129D6F}">
      <dsp:nvSpPr>
        <dsp:cNvPr id="0" name=""/>
        <dsp:cNvSpPr/>
      </dsp:nvSpPr>
      <dsp:spPr>
        <a:xfrm>
          <a:off x="2932409" y="2448290"/>
          <a:ext cx="2501961" cy="803094"/>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0" rIns="22860" bIns="0" numCol="1" spcCol="1270" anchor="ctr" anchorCtr="0">
          <a:noAutofit/>
        </a:bodyPr>
        <a:lstStyle/>
        <a:p>
          <a:pPr marL="0" lvl="0" indent="0" algn="l" defTabSz="800100">
            <a:lnSpc>
              <a:spcPct val="90000"/>
            </a:lnSpc>
            <a:spcBef>
              <a:spcPct val="0"/>
            </a:spcBef>
            <a:spcAft>
              <a:spcPct val="35000"/>
            </a:spcAft>
            <a:buNone/>
          </a:pPr>
          <a:r>
            <a:rPr lang="en-US" sz="1800" kern="1200" dirty="0"/>
            <a:t>United Kingdom</a:t>
          </a:r>
          <a:endParaRPr lang="en-GB" sz="1800" kern="1200" dirty="0"/>
        </a:p>
      </dsp:txBody>
      <dsp:txXfrm>
        <a:off x="2932409" y="2448290"/>
        <a:ext cx="1761944" cy="803094"/>
      </dsp:txXfrm>
    </dsp:sp>
    <dsp:sp modelId="{FD4C3379-87E5-4AD4-A6B4-542095BB8508}">
      <dsp:nvSpPr>
        <dsp:cNvPr id="0" name=""/>
        <dsp:cNvSpPr/>
      </dsp:nvSpPr>
      <dsp:spPr>
        <a:xfrm>
          <a:off x="4765130" y="2575855"/>
          <a:ext cx="875686" cy="875686"/>
        </a:xfrm>
        <a:prstGeom prst="ellipse">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7BC4EE-331E-4D3B-A9B3-223962E87095}">
      <dsp:nvSpPr>
        <dsp:cNvPr id="0" name=""/>
        <dsp:cNvSpPr/>
      </dsp:nvSpPr>
      <dsp:spPr>
        <a:xfrm>
          <a:off x="5857762" y="580629"/>
          <a:ext cx="2501961" cy="1867661"/>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60960" rIns="20320" bIns="20320" numCol="1" spcCol="1270" anchor="t" anchorCtr="0">
          <a:noAutofit/>
        </a:bodyPr>
        <a:lstStyle/>
        <a:p>
          <a:pPr marL="171450" lvl="1" indent="-171450" algn="l" defTabSz="711200">
            <a:lnSpc>
              <a:spcPct val="90000"/>
            </a:lnSpc>
            <a:spcBef>
              <a:spcPct val="0"/>
            </a:spcBef>
            <a:spcAft>
              <a:spcPct val="15000"/>
            </a:spcAft>
            <a:buChar char="•"/>
          </a:pPr>
          <a:r>
            <a:rPr lang="en-GB" sz="1600" b="1" kern="1200" dirty="0"/>
            <a:t>Forecasted to have the world's highest penetration rate in the Smart Home Security segment by 2026.</a:t>
          </a:r>
          <a:endParaRPr lang="en-US" sz="1600" b="1" kern="1200" dirty="0"/>
        </a:p>
      </dsp:txBody>
      <dsp:txXfrm>
        <a:off x="5901524" y="624391"/>
        <a:ext cx="2414437" cy="1823899"/>
      </dsp:txXfrm>
    </dsp:sp>
    <dsp:sp modelId="{1C745290-1A34-4926-9C22-6806B0FBC964}">
      <dsp:nvSpPr>
        <dsp:cNvPr id="0" name=""/>
        <dsp:cNvSpPr/>
      </dsp:nvSpPr>
      <dsp:spPr>
        <a:xfrm>
          <a:off x="5857762" y="2448290"/>
          <a:ext cx="2501961" cy="803094"/>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0" rIns="22860" bIns="0" numCol="1" spcCol="1270" anchor="ctr" anchorCtr="0">
          <a:noAutofit/>
        </a:bodyPr>
        <a:lstStyle/>
        <a:p>
          <a:pPr marL="0" lvl="0" indent="0" algn="l" defTabSz="800100">
            <a:lnSpc>
              <a:spcPct val="90000"/>
            </a:lnSpc>
            <a:spcBef>
              <a:spcPct val="0"/>
            </a:spcBef>
            <a:spcAft>
              <a:spcPct val="35000"/>
            </a:spcAft>
            <a:buNone/>
          </a:pPr>
          <a:r>
            <a:rPr lang="en-US" sz="1800" kern="1200" dirty="0"/>
            <a:t>South Korea</a:t>
          </a:r>
        </a:p>
      </dsp:txBody>
      <dsp:txXfrm>
        <a:off x="5857762" y="2448290"/>
        <a:ext cx="1761944" cy="803094"/>
      </dsp:txXfrm>
    </dsp:sp>
    <dsp:sp modelId="{ABED28A0-101F-4FB1-8F6A-3AFBBA625288}">
      <dsp:nvSpPr>
        <dsp:cNvPr id="0" name=""/>
        <dsp:cNvSpPr/>
      </dsp:nvSpPr>
      <dsp:spPr>
        <a:xfrm>
          <a:off x="7690484" y="2575855"/>
          <a:ext cx="875686" cy="875686"/>
        </a:xfrm>
        <a:prstGeom prst="ellipse">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B7554C7-EF07-498B-BC13-8F0D6F16AE56}">
      <dsp:nvSpPr>
        <dsp:cNvPr id="0" name=""/>
        <dsp:cNvSpPr/>
      </dsp:nvSpPr>
      <dsp:spPr>
        <a:xfrm>
          <a:off x="8783116" y="580629"/>
          <a:ext cx="2501961" cy="1867661"/>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60960" rIns="20320" bIns="20320" numCol="1" spcCol="1270" anchor="t" anchorCtr="0">
          <a:noAutofit/>
        </a:bodyPr>
        <a:lstStyle/>
        <a:p>
          <a:pPr marL="171450" lvl="1" indent="-171450" algn="l" defTabSz="711200">
            <a:lnSpc>
              <a:spcPct val="90000"/>
            </a:lnSpc>
            <a:spcBef>
              <a:spcPct val="0"/>
            </a:spcBef>
            <a:spcAft>
              <a:spcPct val="15000"/>
            </a:spcAft>
            <a:buChar char="•"/>
          </a:pPr>
          <a:r>
            <a:rPr lang="en-GB" sz="1600" b="1" kern="1200" dirty="0"/>
            <a:t>Projected to have 27.1 billion total connected devices by the end of 2025. </a:t>
          </a:r>
        </a:p>
      </dsp:txBody>
      <dsp:txXfrm>
        <a:off x="8826878" y="624391"/>
        <a:ext cx="2414437" cy="1823899"/>
      </dsp:txXfrm>
    </dsp:sp>
    <dsp:sp modelId="{3DAF4498-2B52-470F-80B0-A0A8415885E7}">
      <dsp:nvSpPr>
        <dsp:cNvPr id="0" name=""/>
        <dsp:cNvSpPr/>
      </dsp:nvSpPr>
      <dsp:spPr>
        <a:xfrm>
          <a:off x="8783116" y="2448290"/>
          <a:ext cx="2501961" cy="803094"/>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0" rIns="22860" bIns="0" numCol="1" spcCol="1270" anchor="ctr" anchorCtr="0">
          <a:noAutofit/>
        </a:bodyPr>
        <a:lstStyle/>
        <a:p>
          <a:pPr marL="0" lvl="0" indent="0" algn="l" defTabSz="800100">
            <a:lnSpc>
              <a:spcPct val="90000"/>
            </a:lnSpc>
            <a:spcBef>
              <a:spcPct val="0"/>
            </a:spcBef>
            <a:spcAft>
              <a:spcPct val="35000"/>
            </a:spcAft>
            <a:buNone/>
          </a:pPr>
          <a:r>
            <a:rPr lang="en-US" sz="1800" kern="1200" dirty="0"/>
            <a:t>Brazil</a:t>
          </a:r>
          <a:endParaRPr lang="en-GB" sz="1800" kern="1200" dirty="0"/>
        </a:p>
      </dsp:txBody>
      <dsp:txXfrm>
        <a:off x="8783116" y="2448290"/>
        <a:ext cx="1761944" cy="803094"/>
      </dsp:txXfrm>
    </dsp:sp>
    <dsp:sp modelId="{197ED067-51CA-40FC-AC8D-B12B2E0D69A8}">
      <dsp:nvSpPr>
        <dsp:cNvPr id="0" name=""/>
        <dsp:cNvSpPr/>
      </dsp:nvSpPr>
      <dsp:spPr>
        <a:xfrm>
          <a:off x="10615837" y="2575855"/>
          <a:ext cx="875686" cy="875686"/>
        </a:xfrm>
        <a:prstGeom prst="ellipse">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429A25-7B28-4541-BD7F-16DC511C66C4}">
      <dsp:nvSpPr>
        <dsp:cNvPr id="0" name=""/>
        <dsp:cNvSpPr/>
      </dsp:nvSpPr>
      <dsp:spPr>
        <a:xfrm>
          <a:off x="5234" y="531521"/>
          <a:ext cx="2490827" cy="1716180"/>
        </a:xfrm>
        <a:prstGeom prst="round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t="-23000" b="-23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B74C40-A978-4755-AF17-F0973D35C853}">
      <dsp:nvSpPr>
        <dsp:cNvPr id="0" name=""/>
        <dsp:cNvSpPr/>
      </dsp:nvSpPr>
      <dsp:spPr>
        <a:xfrm>
          <a:off x="5234" y="2247701"/>
          <a:ext cx="2490827" cy="9240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0" numCol="1" spcCol="1270" anchor="t" anchorCtr="0">
          <a:noAutofit/>
        </a:bodyPr>
        <a:lstStyle/>
        <a:p>
          <a:pPr marL="0" lvl="0" indent="0" algn="ctr" defTabSz="533400">
            <a:lnSpc>
              <a:spcPct val="90000"/>
            </a:lnSpc>
            <a:spcBef>
              <a:spcPct val="0"/>
            </a:spcBef>
            <a:spcAft>
              <a:spcPct val="35000"/>
            </a:spcAft>
            <a:buNone/>
          </a:pPr>
          <a:r>
            <a:rPr lang="en-GB" sz="1200" b="1" kern="1200" dirty="0"/>
            <a:t>Global Household Penetration: Estimated at 77.6% for 2025, with expectations to hit 92.5% by 2029.</a:t>
          </a:r>
        </a:p>
      </dsp:txBody>
      <dsp:txXfrm>
        <a:off x="5234" y="2247701"/>
        <a:ext cx="2490827" cy="924096"/>
      </dsp:txXfrm>
    </dsp:sp>
    <dsp:sp modelId="{995FEBC4-3D74-4AF1-B6CC-881267A15338}">
      <dsp:nvSpPr>
        <dsp:cNvPr id="0" name=""/>
        <dsp:cNvSpPr/>
      </dsp:nvSpPr>
      <dsp:spPr>
        <a:xfrm>
          <a:off x="2745248" y="531521"/>
          <a:ext cx="2490827" cy="1716180"/>
        </a:xfrm>
        <a:prstGeom prst="round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t="-23000" b="-23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A819D8-5B9C-47A2-B90F-DE754AD8F37E}">
      <dsp:nvSpPr>
        <dsp:cNvPr id="0" name=""/>
        <dsp:cNvSpPr/>
      </dsp:nvSpPr>
      <dsp:spPr>
        <a:xfrm>
          <a:off x="2745248" y="2247701"/>
          <a:ext cx="2490827" cy="9240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0" numCol="1" spcCol="1270" anchor="t" anchorCtr="0">
          <a:noAutofit/>
        </a:bodyPr>
        <a:lstStyle/>
        <a:p>
          <a:pPr marL="0" lvl="0" indent="0" algn="ctr" defTabSz="533400">
            <a:lnSpc>
              <a:spcPct val="90000"/>
            </a:lnSpc>
            <a:spcBef>
              <a:spcPct val="0"/>
            </a:spcBef>
            <a:spcAft>
              <a:spcPct val="35000"/>
            </a:spcAft>
            <a:buNone/>
          </a:pPr>
          <a:r>
            <a:rPr lang="en-GB" sz="1200" b="1" kern="1200" dirty="0"/>
            <a:t>Primary Drivers: Security and home automation sub-segments dominate, holding a 41.3% market share.</a:t>
          </a:r>
        </a:p>
      </dsp:txBody>
      <dsp:txXfrm>
        <a:off x="2745248" y="2247701"/>
        <a:ext cx="2490827" cy="924096"/>
      </dsp:txXfrm>
    </dsp:sp>
    <dsp:sp modelId="{344A3C5C-CA8D-4C86-B764-66A21BB225E9}">
      <dsp:nvSpPr>
        <dsp:cNvPr id="0" name=""/>
        <dsp:cNvSpPr/>
      </dsp:nvSpPr>
      <dsp:spPr>
        <a:xfrm>
          <a:off x="5485263" y="531521"/>
          <a:ext cx="2490827" cy="1716180"/>
        </a:xfrm>
        <a:prstGeom prst="round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t="-23000" b="-23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851F1FE-7105-409E-B9DC-23CBDE00B5A4}">
      <dsp:nvSpPr>
        <dsp:cNvPr id="0" name=""/>
        <dsp:cNvSpPr/>
      </dsp:nvSpPr>
      <dsp:spPr>
        <a:xfrm>
          <a:off x="5485263" y="2247701"/>
          <a:ext cx="2490827" cy="9240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0" numCol="1" spcCol="1270" anchor="t" anchorCtr="0">
          <a:noAutofit/>
        </a:bodyPr>
        <a:lstStyle/>
        <a:p>
          <a:pPr marL="0" lvl="0" indent="0" algn="ctr" defTabSz="533400">
            <a:lnSpc>
              <a:spcPct val="90000"/>
            </a:lnSpc>
            <a:spcBef>
              <a:spcPct val="0"/>
            </a:spcBef>
            <a:spcAft>
              <a:spcPct val="35000"/>
            </a:spcAft>
            <a:buNone/>
          </a:pPr>
          <a:r>
            <a:rPr lang="en-GB" sz="1200" b="1" kern="1200" dirty="0"/>
            <a:t>Dominant Technologies: Wi-Fi remains the primary connectivity standard, accounting for over 48.6% of the market share.</a:t>
          </a:r>
        </a:p>
      </dsp:txBody>
      <dsp:txXfrm>
        <a:off x="5485263" y="2247701"/>
        <a:ext cx="2490827" cy="924096"/>
      </dsp:txXfrm>
    </dsp:sp>
    <dsp:sp modelId="{2F359F57-A732-4311-A5E0-A3D5C33CF265}">
      <dsp:nvSpPr>
        <dsp:cNvPr id="0" name=""/>
        <dsp:cNvSpPr/>
      </dsp:nvSpPr>
      <dsp:spPr>
        <a:xfrm>
          <a:off x="8225278" y="531521"/>
          <a:ext cx="2490827" cy="1716180"/>
        </a:xfrm>
        <a:prstGeom prst="round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t="-23000" b="-23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67AC2A-ECEF-4538-88BE-0454CAEA49F0}">
      <dsp:nvSpPr>
        <dsp:cNvPr id="0" name=""/>
        <dsp:cNvSpPr/>
      </dsp:nvSpPr>
      <dsp:spPr>
        <a:xfrm>
          <a:off x="8225278" y="2247701"/>
          <a:ext cx="2490827" cy="9240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0" numCol="1" spcCol="1270" anchor="t" anchorCtr="0">
          <a:noAutofit/>
        </a:bodyPr>
        <a:lstStyle/>
        <a:p>
          <a:pPr marL="0" lvl="0" indent="0" algn="ctr" defTabSz="533400">
            <a:lnSpc>
              <a:spcPct val="90000"/>
            </a:lnSpc>
            <a:spcBef>
              <a:spcPct val="0"/>
            </a:spcBef>
            <a:spcAft>
              <a:spcPct val="35000"/>
            </a:spcAft>
            <a:buNone/>
          </a:pPr>
          <a:r>
            <a:rPr lang="en-GB" sz="1200" b="1" kern="1200" dirty="0"/>
            <a:t>Growth Outlook: The global smart home market is projected to grow from roughly $162 billion in 2025 to over $1.4 trillion by 2034.</a:t>
          </a:r>
        </a:p>
      </dsp:txBody>
      <dsp:txXfrm>
        <a:off x="8225278" y="2247701"/>
        <a:ext cx="2490827" cy="92409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DCD95B-3739-4995-B010-0BC2BA756912}">
      <dsp:nvSpPr>
        <dsp:cNvPr id="0" name=""/>
        <dsp:cNvSpPr/>
      </dsp:nvSpPr>
      <dsp:spPr>
        <a:xfrm>
          <a:off x="82613" y="1727046"/>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205879-FBCA-447B-9E19-1C5A7E66F4B3}">
      <dsp:nvSpPr>
        <dsp:cNvPr id="0" name=""/>
        <dsp:cNvSpPr/>
      </dsp:nvSpPr>
      <dsp:spPr>
        <a:xfrm>
          <a:off x="271034" y="1915467"/>
          <a:ext cx="520402" cy="5204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DC4364-F142-441B-9411-607858599ADF}">
      <dsp:nvSpPr>
        <dsp:cNvPr id="0" name=""/>
        <dsp:cNvSpPr/>
      </dsp:nvSpPr>
      <dsp:spPr>
        <a:xfrm>
          <a:off x="1172126" y="1727046"/>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GB" sz="1700" b="1" kern="1200" dirty="0"/>
            <a:t>Increasing Consumer Demand for Home Automation</a:t>
          </a:r>
          <a:r>
            <a:rPr lang="en-GB" sz="1700" kern="1200" dirty="0"/>
            <a:t>.</a:t>
          </a:r>
          <a:endParaRPr lang="en-US" sz="1700" kern="1200" dirty="0"/>
        </a:p>
      </dsp:txBody>
      <dsp:txXfrm>
        <a:off x="1172126" y="1727046"/>
        <a:ext cx="2114937" cy="897246"/>
      </dsp:txXfrm>
    </dsp:sp>
    <dsp:sp modelId="{D3477DC8-61B7-47B1-B5AA-2B9CBEAF0024}">
      <dsp:nvSpPr>
        <dsp:cNvPr id="0" name=""/>
        <dsp:cNvSpPr/>
      </dsp:nvSpPr>
      <dsp:spPr>
        <a:xfrm>
          <a:off x="3655575" y="1727046"/>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5680D9-6888-46E4-B096-4D74E7A5170A}">
      <dsp:nvSpPr>
        <dsp:cNvPr id="0" name=""/>
        <dsp:cNvSpPr/>
      </dsp:nvSpPr>
      <dsp:spPr>
        <a:xfrm>
          <a:off x="3843996" y="1915467"/>
          <a:ext cx="520402" cy="5204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50680B-B437-4FD7-B3D1-FB04B825FE5F}">
      <dsp:nvSpPr>
        <dsp:cNvPr id="0" name=""/>
        <dsp:cNvSpPr/>
      </dsp:nvSpPr>
      <dsp:spPr>
        <a:xfrm>
          <a:off x="4745088" y="1727046"/>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GB" sz="1700" b="1" kern="1200" dirty="0"/>
            <a:t>Rising Awareness of Energy Efficiency.</a:t>
          </a:r>
          <a:endParaRPr lang="en-US" sz="1700" kern="1200" dirty="0"/>
        </a:p>
      </dsp:txBody>
      <dsp:txXfrm>
        <a:off x="4745088" y="1727046"/>
        <a:ext cx="2114937" cy="897246"/>
      </dsp:txXfrm>
    </dsp:sp>
    <dsp:sp modelId="{38056485-750E-4254-AEA4-500FF339C03B}">
      <dsp:nvSpPr>
        <dsp:cNvPr id="0" name=""/>
        <dsp:cNvSpPr/>
      </dsp:nvSpPr>
      <dsp:spPr>
        <a:xfrm>
          <a:off x="7228536" y="1727046"/>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6AE6D6-9594-4D74-AD88-8253AE210A5F}">
      <dsp:nvSpPr>
        <dsp:cNvPr id="0" name=""/>
        <dsp:cNvSpPr/>
      </dsp:nvSpPr>
      <dsp:spPr>
        <a:xfrm>
          <a:off x="7416958" y="1915467"/>
          <a:ext cx="520402" cy="5204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2DDCF1-9864-4375-8E6B-03499045A550}">
      <dsp:nvSpPr>
        <dsp:cNvPr id="0" name=""/>
        <dsp:cNvSpPr/>
      </dsp:nvSpPr>
      <dsp:spPr>
        <a:xfrm>
          <a:off x="8318049" y="1727046"/>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GB" sz="1700" b="1" kern="1200"/>
            <a:t>Technological Advancements in IoT.</a:t>
          </a:r>
          <a:endParaRPr lang="en-US" sz="1700" kern="1200"/>
        </a:p>
      </dsp:txBody>
      <dsp:txXfrm>
        <a:off x="8318049" y="1727046"/>
        <a:ext cx="2114937" cy="89724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5C6CA0-3C54-442A-98F5-E7AA4E2E3ADC}">
      <dsp:nvSpPr>
        <dsp:cNvPr id="0" name=""/>
        <dsp:cNvSpPr/>
      </dsp:nvSpPr>
      <dsp:spPr>
        <a:xfrm>
          <a:off x="1167993" y="421040"/>
          <a:ext cx="1292537" cy="12925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5C04F8F-D568-4CDB-9A78-A578EA28090A}">
      <dsp:nvSpPr>
        <dsp:cNvPr id="0" name=""/>
        <dsp:cNvSpPr/>
      </dsp:nvSpPr>
      <dsp:spPr>
        <a:xfrm>
          <a:off x="378109" y="2068861"/>
          <a:ext cx="287230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pPr>
          <a:r>
            <a:rPr lang="en-US" sz="2100" kern="1200"/>
            <a:t>High initial investment costs.</a:t>
          </a:r>
        </a:p>
      </dsp:txBody>
      <dsp:txXfrm>
        <a:off x="378109" y="2068861"/>
        <a:ext cx="2872305" cy="720000"/>
      </dsp:txXfrm>
    </dsp:sp>
    <dsp:sp modelId="{FE578E8A-9F18-401F-ADF7-61657E4E2C39}">
      <dsp:nvSpPr>
        <dsp:cNvPr id="0" name=""/>
        <dsp:cNvSpPr/>
      </dsp:nvSpPr>
      <dsp:spPr>
        <a:xfrm>
          <a:off x="4542951" y="421040"/>
          <a:ext cx="1292537" cy="12925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1D1987A-B71E-417F-9008-BFB4C69EECBE}">
      <dsp:nvSpPr>
        <dsp:cNvPr id="0" name=""/>
        <dsp:cNvSpPr/>
      </dsp:nvSpPr>
      <dsp:spPr>
        <a:xfrm>
          <a:off x="3753067" y="2068861"/>
          <a:ext cx="287230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pPr>
          <a:r>
            <a:rPr lang="en-GB" sz="2100" kern="1200"/>
            <a:t>Lack of standardization in Smart Home Devices.</a:t>
          </a:r>
          <a:endParaRPr lang="en-US" sz="2100" kern="1200"/>
        </a:p>
      </dsp:txBody>
      <dsp:txXfrm>
        <a:off x="3753067" y="2068861"/>
        <a:ext cx="2872305" cy="720000"/>
      </dsp:txXfrm>
    </dsp:sp>
    <dsp:sp modelId="{24861B58-8539-4081-BC2C-06D8AA63B233}">
      <dsp:nvSpPr>
        <dsp:cNvPr id="0" name=""/>
        <dsp:cNvSpPr/>
      </dsp:nvSpPr>
      <dsp:spPr>
        <a:xfrm>
          <a:off x="7917909" y="421040"/>
          <a:ext cx="1292537" cy="12925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F788EA4-5717-4572-A3F4-FB602008D48A}">
      <dsp:nvSpPr>
        <dsp:cNvPr id="0" name=""/>
        <dsp:cNvSpPr/>
      </dsp:nvSpPr>
      <dsp:spPr>
        <a:xfrm>
          <a:off x="7128025" y="2068861"/>
          <a:ext cx="287230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pPr>
          <a:r>
            <a:rPr lang="en-GB" sz="2100" kern="1200"/>
            <a:t>Security &amp; Privacy Concerns</a:t>
          </a:r>
          <a:endParaRPr lang="en-US" sz="2100" kern="1200"/>
        </a:p>
      </dsp:txBody>
      <dsp:txXfrm>
        <a:off x="7128025" y="2068861"/>
        <a:ext cx="2872305" cy="72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074025-40D9-4574-94A1-3363799D72F0}">
      <dsp:nvSpPr>
        <dsp:cNvPr id="0" name=""/>
        <dsp:cNvSpPr/>
      </dsp:nvSpPr>
      <dsp:spPr>
        <a:xfrm>
          <a:off x="752566" y="1045320"/>
          <a:ext cx="1066720" cy="10667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BE2D9EF-4798-4616-908E-EF03E6D1B97A}">
      <dsp:nvSpPr>
        <dsp:cNvPr id="0" name=""/>
        <dsp:cNvSpPr/>
      </dsp:nvSpPr>
      <dsp:spPr>
        <a:xfrm>
          <a:off x="100682"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dirty="0"/>
            <a:t>AI Decision Making</a:t>
          </a:r>
          <a:endParaRPr lang="en-GB" sz="2300" kern="1200" dirty="0"/>
        </a:p>
      </dsp:txBody>
      <dsp:txXfrm>
        <a:off x="100682" y="2427484"/>
        <a:ext cx="2370489" cy="720000"/>
      </dsp:txXfrm>
    </dsp:sp>
    <dsp:sp modelId="{AE1F42F8-B2EC-4DBB-8A69-5B8327BAB77A}">
      <dsp:nvSpPr>
        <dsp:cNvPr id="0" name=""/>
        <dsp:cNvSpPr/>
      </dsp:nvSpPr>
      <dsp:spPr>
        <a:xfrm>
          <a:off x="3537891" y="1045320"/>
          <a:ext cx="1066720" cy="10667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9C25CE6-E72C-4F2B-960A-235FADA1B244}">
      <dsp:nvSpPr>
        <dsp:cNvPr id="0" name=""/>
        <dsp:cNvSpPr/>
      </dsp:nvSpPr>
      <dsp:spPr>
        <a:xfrm>
          <a:off x="2886007"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dirty="0"/>
            <a:t>Configurable &amp; Extendable</a:t>
          </a:r>
          <a:endParaRPr lang="en-GB" sz="2300" kern="1200" dirty="0"/>
        </a:p>
      </dsp:txBody>
      <dsp:txXfrm>
        <a:off x="2886007" y="2427484"/>
        <a:ext cx="2370489" cy="720000"/>
      </dsp:txXfrm>
    </dsp:sp>
    <dsp:sp modelId="{5E20DE95-15CC-496F-B4CC-48A91B5AC047}">
      <dsp:nvSpPr>
        <dsp:cNvPr id="0" name=""/>
        <dsp:cNvSpPr/>
      </dsp:nvSpPr>
      <dsp:spPr>
        <a:xfrm>
          <a:off x="6323216" y="1045320"/>
          <a:ext cx="1066720" cy="10667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A994F6-2F93-4DEC-B25A-174C4AA9CBD3}">
      <dsp:nvSpPr>
        <dsp:cNvPr id="0" name=""/>
        <dsp:cNvSpPr/>
      </dsp:nvSpPr>
      <dsp:spPr>
        <a:xfrm>
          <a:off x="5671332"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dirty="0"/>
            <a:t>Real-time Analytics</a:t>
          </a:r>
          <a:endParaRPr lang="en-GB" sz="2300" kern="1200" dirty="0"/>
        </a:p>
      </dsp:txBody>
      <dsp:txXfrm>
        <a:off x="5671332" y="2427484"/>
        <a:ext cx="2370489" cy="720000"/>
      </dsp:txXfrm>
    </dsp:sp>
    <dsp:sp modelId="{4D1AEE08-9F8B-4A95-AE2B-4AE4E6FD8D28}">
      <dsp:nvSpPr>
        <dsp:cNvPr id="0" name=""/>
        <dsp:cNvSpPr/>
      </dsp:nvSpPr>
      <dsp:spPr>
        <a:xfrm>
          <a:off x="9108541" y="1045320"/>
          <a:ext cx="1066720" cy="10667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EE53F33-49EA-4A95-9966-7AAE3C3F195E}">
      <dsp:nvSpPr>
        <dsp:cNvPr id="0" name=""/>
        <dsp:cNvSpPr/>
      </dsp:nvSpPr>
      <dsp:spPr>
        <a:xfrm>
          <a:off x="8456657"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dirty="0"/>
            <a:t>Monitoring</a:t>
          </a:r>
          <a:endParaRPr lang="en-GB" sz="2300" kern="1200" dirty="0"/>
        </a:p>
      </dsp:txBody>
      <dsp:txXfrm>
        <a:off x="8456657" y="2427484"/>
        <a:ext cx="2370489" cy="720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3AF85C-CB63-4D8F-88C2-37B1E517B185}">
      <dsp:nvSpPr>
        <dsp:cNvPr id="0" name=""/>
        <dsp:cNvSpPr/>
      </dsp:nvSpPr>
      <dsp:spPr>
        <a:xfrm>
          <a:off x="97043" y="2718"/>
          <a:ext cx="1358093" cy="1086475"/>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t="-9000" b="-9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0F66338-965D-466A-96C9-43F4F9D70D94}">
      <dsp:nvSpPr>
        <dsp:cNvPr id="0" name=""/>
        <dsp:cNvSpPr/>
      </dsp:nvSpPr>
      <dsp:spPr>
        <a:xfrm>
          <a:off x="219271" y="980546"/>
          <a:ext cx="1208703" cy="380266"/>
        </a:xfrm>
        <a:prstGeom prst="wedgeRectCallout">
          <a:avLst>
            <a:gd name="adj1" fmla="val 20250"/>
            <a:gd name="adj2" fmla="val -607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Temperature</a:t>
          </a:r>
          <a:endParaRPr lang="en-US" sz="1500" kern="1200"/>
        </a:p>
      </dsp:txBody>
      <dsp:txXfrm>
        <a:off x="219271" y="980546"/>
        <a:ext cx="1208703" cy="380266"/>
      </dsp:txXfrm>
    </dsp:sp>
    <dsp:sp modelId="{FE832767-C74B-41CE-A26D-7F7D2DC8306D}">
      <dsp:nvSpPr>
        <dsp:cNvPr id="0" name=""/>
        <dsp:cNvSpPr/>
      </dsp:nvSpPr>
      <dsp:spPr>
        <a:xfrm>
          <a:off x="1590946" y="2718"/>
          <a:ext cx="1358093" cy="1086475"/>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t="-9000" b="-9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A32B703-3B99-47EA-A345-13F72B4EBF1F}">
      <dsp:nvSpPr>
        <dsp:cNvPr id="0" name=""/>
        <dsp:cNvSpPr/>
      </dsp:nvSpPr>
      <dsp:spPr>
        <a:xfrm>
          <a:off x="1713175" y="980546"/>
          <a:ext cx="1208703" cy="380266"/>
        </a:xfrm>
        <a:prstGeom prst="wedgeRectCallout">
          <a:avLst>
            <a:gd name="adj1" fmla="val 20250"/>
            <a:gd name="adj2" fmla="val -60700"/>
          </a:avLst>
        </a:prstGeom>
        <a:solidFill>
          <a:schemeClr val="accent5">
            <a:hueOff val="-868011"/>
            <a:satOff val="-59"/>
            <a:lumOff val="14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Humidity</a:t>
          </a:r>
          <a:endParaRPr lang="en-US" sz="1500" kern="1200"/>
        </a:p>
      </dsp:txBody>
      <dsp:txXfrm>
        <a:off x="1713175" y="980546"/>
        <a:ext cx="1208703" cy="380266"/>
      </dsp:txXfrm>
    </dsp:sp>
    <dsp:sp modelId="{D75B4B5C-3EA7-4609-A0D9-D17E1947BA80}">
      <dsp:nvSpPr>
        <dsp:cNvPr id="0" name=""/>
        <dsp:cNvSpPr/>
      </dsp:nvSpPr>
      <dsp:spPr>
        <a:xfrm>
          <a:off x="3084849" y="2718"/>
          <a:ext cx="1358093" cy="1086475"/>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t="-9000" b="-9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5148E1A-4B86-4119-9001-A7B0936D997A}">
      <dsp:nvSpPr>
        <dsp:cNvPr id="0" name=""/>
        <dsp:cNvSpPr/>
      </dsp:nvSpPr>
      <dsp:spPr>
        <a:xfrm>
          <a:off x="3207078" y="980546"/>
          <a:ext cx="1208703" cy="380266"/>
        </a:xfrm>
        <a:prstGeom prst="wedgeRectCallout">
          <a:avLst>
            <a:gd name="adj1" fmla="val 20250"/>
            <a:gd name="adj2" fmla="val -60700"/>
          </a:avLst>
        </a:prstGeom>
        <a:solidFill>
          <a:schemeClr val="accent5">
            <a:hueOff val="-1736021"/>
            <a:satOff val="-118"/>
            <a:lumOff val="28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Light</a:t>
          </a:r>
          <a:endParaRPr lang="en-US" sz="1500" kern="1200"/>
        </a:p>
      </dsp:txBody>
      <dsp:txXfrm>
        <a:off x="3207078" y="980546"/>
        <a:ext cx="1208703" cy="380266"/>
      </dsp:txXfrm>
    </dsp:sp>
    <dsp:sp modelId="{1B60844F-B481-4462-99B9-9D0731D253C3}">
      <dsp:nvSpPr>
        <dsp:cNvPr id="0" name=""/>
        <dsp:cNvSpPr/>
      </dsp:nvSpPr>
      <dsp:spPr>
        <a:xfrm>
          <a:off x="4578753" y="2718"/>
          <a:ext cx="1358093" cy="1086475"/>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t="-9000" b="-9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178E61D-40EE-40CF-9A00-BA218E460FAD}">
      <dsp:nvSpPr>
        <dsp:cNvPr id="0" name=""/>
        <dsp:cNvSpPr/>
      </dsp:nvSpPr>
      <dsp:spPr>
        <a:xfrm>
          <a:off x="4700981" y="980546"/>
          <a:ext cx="1208703" cy="380266"/>
        </a:xfrm>
        <a:prstGeom prst="wedgeRectCallout">
          <a:avLst>
            <a:gd name="adj1" fmla="val 20250"/>
            <a:gd name="adj2" fmla="val -60700"/>
          </a:avLst>
        </a:prstGeom>
        <a:solidFill>
          <a:schemeClr val="accent5">
            <a:hueOff val="-2604032"/>
            <a:satOff val="-177"/>
            <a:lumOff val="42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Co2</a:t>
          </a:r>
          <a:endParaRPr lang="en-US" sz="1500" kern="1200"/>
        </a:p>
      </dsp:txBody>
      <dsp:txXfrm>
        <a:off x="4700981" y="980546"/>
        <a:ext cx="1208703" cy="380266"/>
      </dsp:txXfrm>
    </dsp:sp>
    <dsp:sp modelId="{15F580CC-1D5E-42B6-A5C5-047A10770FCD}">
      <dsp:nvSpPr>
        <dsp:cNvPr id="0" name=""/>
        <dsp:cNvSpPr/>
      </dsp:nvSpPr>
      <dsp:spPr>
        <a:xfrm>
          <a:off x="6072656" y="2718"/>
          <a:ext cx="1358093" cy="1086475"/>
        </a:xfrm>
        <a:prstGeom prst="rect">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t="-9000" b="-9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FF1A7D4-ADE1-4392-8CD2-5B155B324E07}">
      <dsp:nvSpPr>
        <dsp:cNvPr id="0" name=""/>
        <dsp:cNvSpPr/>
      </dsp:nvSpPr>
      <dsp:spPr>
        <a:xfrm>
          <a:off x="6194884" y="980546"/>
          <a:ext cx="1208703" cy="380266"/>
        </a:xfrm>
        <a:prstGeom prst="wedgeRectCallout">
          <a:avLst>
            <a:gd name="adj1" fmla="val 20250"/>
            <a:gd name="adj2" fmla="val -60700"/>
          </a:avLst>
        </a:prstGeom>
        <a:solidFill>
          <a:schemeClr val="accent5">
            <a:hueOff val="-3472043"/>
            <a:satOff val="-236"/>
            <a:lumOff val="56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Motion</a:t>
          </a:r>
          <a:endParaRPr lang="en-US" sz="1500" kern="1200"/>
        </a:p>
      </dsp:txBody>
      <dsp:txXfrm>
        <a:off x="6194884" y="980546"/>
        <a:ext cx="1208703" cy="380266"/>
      </dsp:txXfrm>
    </dsp:sp>
    <dsp:sp modelId="{32593DD4-A72A-46F1-8459-C35595D56DBF}">
      <dsp:nvSpPr>
        <dsp:cNvPr id="0" name=""/>
        <dsp:cNvSpPr/>
      </dsp:nvSpPr>
      <dsp:spPr>
        <a:xfrm>
          <a:off x="7566559" y="2718"/>
          <a:ext cx="1358093" cy="1086475"/>
        </a:xfrm>
        <a:prstGeom prst="rect">
          <a:avLst/>
        </a:prstGeom>
        <a:blipFill>
          <a:blip xmlns:r="http://schemas.openxmlformats.org/officeDocument/2006/relationships" r:embed="rId11">
            <a:extLst>
              <a:ext uri="{96DAC541-7B7A-43D3-8B79-37D633B846F1}">
                <asvg:svgBlip xmlns:asvg="http://schemas.microsoft.com/office/drawing/2016/SVG/main" r:embed="rId12"/>
              </a:ext>
            </a:extLst>
          </a:blip>
          <a:srcRect/>
          <a:stretch>
            <a:fillRect t="-9000" b="-9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EFFF650-22A9-4D9E-80EA-B6718D4DFDCD}">
      <dsp:nvSpPr>
        <dsp:cNvPr id="0" name=""/>
        <dsp:cNvSpPr/>
      </dsp:nvSpPr>
      <dsp:spPr>
        <a:xfrm>
          <a:off x="7688787" y="980546"/>
          <a:ext cx="1208703" cy="380266"/>
        </a:xfrm>
        <a:prstGeom prst="wedgeRectCallout">
          <a:avLst>
            <a:gd name="adj1" fmla="val 20250"/>
            <a:gd name="adj2" fmla="val -60700"/>
          </a:avLst>
        </a:prstGeom>
        <a:solidFill>
          <a:schemeClr val="accent5">
            <a:hueOff val="-4340054"/>
            <a:satOff val="-295"/>
            <a:lumOff val="70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Gas                    </a:t>
          </a:r>
          <a:endParaRPr lang="en-US" sz="1500" kern="1200"/>
        </a:p>
      </dsp:txBody>
      <dsp:txXfrm>
        <a:off x="7688787" y="980546"/>
        <a:ext cx="1208703" cy="380266"/>
      </dsp:txXfrm>
    </dsp:sp>
    <dsp:sp modelId="{A8AFCC5D-309A-4B75-A141-24F9481CF17A}">
      <dsp:nvSpPr>
        <dsp:cNvPr id="0" name=""/>
        <dsp:cNvSpPr/>
      </dsp:nvSpPr>
      <dsp:spPr>
        <a:xfrm>
          <a:off x="9060462" y="2718"/>
          <a:ext cx="1358093" cy="1086475"/>
        </a:xfrm>
        <a:prstGeom prst="rect">
          <a:avLst/>
        </a:prstGeom>
        <a:blipFill>
          <a:blip xmlns:r="http://schemas.openxmlformats.org/officeDocument/2006/relationships" r:embed="rId13">
            <a:extLst>
              <a:ext uri="{96DAC541-7B7A-43D3-8B79-37D633B846F1}">
                <asvg:svgBlip xmlns:asvg="http://schemas.microsoft.com/office/drawing/2016/SVG/main" r:embed="rId14"/>
              </a:ext>
            </a:extLst>
          </a:blip>
          <a:srcRect/>
          <a:stretch>
            <a:fillRect t="-9000" b="-9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D4FBC48-BAA0-4FBD-8B8F-6AF125E458E2}">
      <dsp:nvSpPr>
        <dsp:cNvPr id="0" name=""/>
        <dsp:cNvSpPr/>
      </dsp:nvSpPr>
      <dsp:spPr>
        <a:xfrm>
          <a:off x="9182691" y="980546"/>
          <a:ext cx="1208703" cy="380266"/>
        </a:xfrm>
        <a:prstGeom prst="wedgeRectCallout">
          <a:avLst>
            <a:gd name="adj1" fmla="val 20250"/>
            <a:gd name="adj2" fmla="val -60700"/>
          </a:avLst>
        </a:prstGeom>
        <a:solidFill>
          <a:schemeClr val="accent5">
            <a:hueOff val="-5208064"/>
            <a:satOff val="-354"/>
            <a:lumOff val="84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Smoke                   </a:t>
          </a:r>
          <a:endParaRPr lang="en-US" sz="1500" kern="1200"/>
        </a:p>
      </dsp:txBody>
      <dsp:txXfrm>
        <a:off x="9182691" y="980546"/>
        <a:ext cx="1208703" cy="380266"/>
      </dsp:txXfrm>
    </dsp:sp>
    <dsp:sp modelId="{BDC6FBE8-8ECC-411E-9771-6F8D12C27507}">
      <dsp:nvSpPr>
        <dsp:cNvPr id="0" name=""/>
        <dsp:cNvSpPr/>
      </dsp:nvSpPr>
      <dsp:spPr>
        <a:xfrm>
          <a:off x="97043" y="1496622"/>
          <a:ext cx="1358093" cy="1086475"/>
        </a:xfrm>
        <a:prstGeom prst="rect">
          <a:avLst/>
        </a:prstGeom>
        <a:blipFill>
          <a:blip xmlns:r="http://schemas.openxmlformats.org/officeDocument/2006/relationships" r:embed="rId15">
            <a:extLst>
              <a:ext uri="{96DAC541-7B7A-43D3-8B79-37D633B846F1}">
                <asvg:svgBlip xmlns:asvg="http://schemas.microsoft.com/office/drawing/2016/SVG/main" r:embed="rId16"/>
              </a:ext>
            </a:extLst>
          </a:blip>
          <a:srcRect/>
          <a:stretch>
            <a:fillRect t="-9000" b="-9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C90B31D-10D7-4C0E-A242-C8B78281B596}">
      <dsp:nvSpPr>
        <dsp:cNvPr id="0" name=""/>
        <dsp:cNvSpPr/>
      </dsp:nvSpPr>
      <dsp:spPr>
        <a:xfrm>
          <a:off x="219271" y="2474449"/>
          <a:ext cx="1208703" cy="380266"/>
        </a:xfrm>
        <a:prstGeom prst="wedgeRectCallout">
          <a:avLst>
            <a:gd name="adj1" fmla="val 20250"/>
            <a:gd name="adj2" fmla="val -60700"/>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Water leak                    </a:t>
          </a:r>
          <a:endParaRPr lang="en-US" sz="1500" kern="1200"/>
        </a:p>
      </dsp:txBody>
      <dsp:txXfrm>
        <a:off x="219271" y="2474449"/>
        <a:ext cx="1208703" cy="380266"/>
      </dsp:txXfrm>
    </dsp:sp>
    <dsp:sp modelId="{E51B05A1-7500-40BC-901C-D82DDA23682B}">
      <dsp:nvSpPr>
        <dsp:cNvPr id="0" name=""/>
        <dsp:cNvSpPr/>
      </dsp:nvSpPr>
      <dsp:spPr>
        <a:xfrm>
          <a:off x="1590946" y="1496622"/>
          <a:ext cx="1358093" cy="1086475"/>
        </a:xfrm>
        <a:prstGeom prst="rect">
          <a:avLst/>
        </a:prstGeom>
        <a:blipFill>
          <a:blip xmlns:r="http://schemas.openxmlformats.org/officeDocument/2006/relationships" r:embed="rId17">
            <a:extLst>
              <a:ext uri="{96DAC541-7B7A-43D3-8B79-37D633B846F1}">
                <asvg:svgBlip xmlns:asvg="http://schemas.microsoft.com/office/drawing/2016/SVG/main" r:embed="rId18"/>
              </a:ext>
            </a:extLst>
          </a:blip>
          <a:srcRect/>
          <a:stretch>
            <a:fillRect t="-9000" b="-9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4B0AD6D-5338-4B82-92AB-F37D4B96C3CC}">
      <dsp:nvSpPr>
        <dsp:cNvPr id="0" name=""/>
        <dsp:cNvSpPr/>
      </dsp:nvSpPr>
      <dsp:spPr>
        <a:xfrm>
          <a:off x="1713175" y="2474449"/>
          <a:ext cx="1208703" cy="380266"/>
        </a:xfrm>
        <a:prstGeom prst="wedgeRectCallout">
          <a:avLst>
            <a:gd name="adj1" fmla="val 20250"/>
            <a:gd name="adj2" fmla="val -60700"/>
          </a:avLst>
        </a:prstGeom>
        <a:solidFill>
          <a:schemeClr val="accent5">
            <a:hueOff val="-6944086"/>
            <a:satOff val="-472"/>
            <a:lumOff val="112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Sound                    </a:t>
          </a:r>
          <a:endParaRPr lang="en-US" sz="1500" kern="1200"/>
        </a:p>
      </dsp:txBody>
      <dsp:txXfrm>
        <a:off x="1713175" y="2474449"/>
        <a:ext cx="1208703" cy="380266"/>
      </dsp:txXfrm>
    </dsp:sp>
    <dsp:sp modelId="{D991244F-15F6-4A9E-AE44-B1A08C1CA672}">
      <dsp:nvSpPr>
        <dsp:cNvPr id="0" name=""/>
        <dsp:cNvSpPr/>
      </dsp:nvSpPr>
      <dsp:spPr>
        <a:xfrm>
          <a:off x="3084849" y="1496622"/>
          <a:ext cx="1358093" cy="1086475"/>
        </a:xfrm>
        <a:prstGeom prst="rect">
          <a:avLst/>
        </a:prstGeom>
        <a:blipFill>
          <a:blip xmlns:r="http://schemas.openxmlformats.org/officeDocument/2006/relationships" r:embed="rId19">
            <a:extLst>
              <a:ext uri="{96DAC541-7B7A-43D3-8B79-37D633B846F1}">
                <asvg:svgBlip xmlns:asvg="http://schemas.microsoft.com/office/drawing/2016/SVG/main" r:embed="rId20"/>
              </a:ext>
            </a:extLst>
          </a:blip>
          <a:srcRect/>
          <a:stretch>
            <a:fillRect t="-9000" b="-9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51F63A6-087C-4F37-843C-47E1AC8C2E7A}">
      <dsp:nvSpPr>
        <dsp:cNvPr id="0" name=""/>
        <dsp:cNvSpPr/>
      </dsp:nvSpPr>
      <dsp:spPr>
        <a:xfrm>
          <a:off x="3207078" y="2474449"/>
          <a:ext cx="1208703" cy="380266"/>
        </a:xfrm>
        <a:prstGeom prst="wedgeRectCallout">
          <a:avLst>
            <a:gd name="adj1" fmla="val 20250"/>
            <a:gd name="adj2" fmla="val -60700"/>
          </a:avLst>
        </a:prstGeom>
        <a:solidFill>
          <a:schemeClr val="accent5">
            <a:hueOff val="-7812096"/>
            <a:satOff val="-531"/>
            <a:lumOff val="12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Vibration                   </a:t>
          </a:r>
          <a:endParaRPr lang="en-US" sz="1500" kern="1200"/>
        </a:p>
      </dsp:txBody>
      <dsp:txXfrm>
        <a:off x="3207078" y="2474449"/>
        <a:ext cx="1208703" cy="380266"/>
      </dsp:txXfrm>
    </dsp:sp>
    <dsp:sp modelId="{150C4472-B259-4D2B-A6E1-86B2A479787E}">
      <dsp:nvSpPr>
        <dsp:cNvPr id="0" name=""/>
        <dsp:cNvSpPr/>
      </dsp:nvSpPr>
      <dsp:spPr>
        <a:xfrm>
          <a:off x="4578753" y="1496622"/>
          <a:ext cx="1358093" cy="1086475"/>
        </a:xfrm>
        <a:prstGeom prst="rect">
          <a:avLst/>
        </a:prstGeom>
        <a:blipFill>
          <a:blip xmlns:r="http://schemas.openxmlformats.org/officeDocument/2006/relationships" r:embed="rId21">
            <a:extLst>
              <a:ext uri="{96DAC541-7B7A-43D3-8B79-37D633B846F1}">
                <asvg:svgBlip xmlns:asvg="http://schemas.microsoft.com/office/drawing/2016/SVG/main" r:embed="rId22"/>
              </a:ext>
            </a:extLst>
          </a:blip>
          <a:srcRect/>
          <a:stretch>
            <a:fillRect t="-9000" b="-9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C2AFE14-17DD-4D63-B06A-1D38BBFACDC9}">
      <dsp:nvSpPr>
        <dsp:cNvPr id="0" name=""/>
        <dsp:cNvSpPr/>
      </dsp:nvSpPr>
      <dsp:spPr>
        <a:xfrm>
          <a:off x="4700981" y="2474449"/>
          <a:ext cx="1208703" cy="380266"/>
        </a:xfrm>
        <a:prstGeom prst="wedgeRectCallout">
          <a:avLst>
            <a:gd name="adj1" fmla="val 20250"/>
            <a:gd name="adj2" fmla="val -60700"/>
          </a:avLst>
        </a:prstGeom>
        <a:solidFill>
          <a:schemeClr val="accent5">
            <a:hueOff val="-8680107"/>
            <a:satOff val="-590"/>
            <a:lumOff val="140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Energy</a:t>
          </a:r>
          <a:endParaRPr lang="en-US" sz="1500" kern="1200"/>
        </a:p>
      </dsp:txBody>
      <dsp:txXfrm>
        <a:off x="4700981" y="2474449"/>
        <a:ext cx="1208703" cy="380266"/>
      </dsp:txXfrm>
    </dsp:sp>
    <dsp:sp modelId="{BF7D15EC-7000-435D-9B5A-CC99844056BA}">
      <dsp:nvSpPr>
        <dsp:cNvPr id="0" name=""/>
        <dsp:cNvSpPr/>
      </dsp:nvSpPr>
      <dsp:spPr>
        <a:xfrm>
          <a:off x="6072656" y="1496622"/>
          <a:ext cx="1358093" cy="1086475"/>
        </a:xfrm>
        <a:prstGeom prst="rect">
          <a:avLst/>
        </a:prstGeom>
        <a:blipFill>
          <a:blip xmlns:r="http://schemas.openxmlformats.org/officeDocument/2006/relationships" r:embed="rId23">
            <a:extLst>
              <a:ext uri="{96DAC541-7B7A-43D3-8B79-37D633B846F1}">
                <asvg:svgBlip xmlns:asvg="http://schemas.microsoft.com/office/drawing/2016/SVG/main" r:embed="rId24"/>
              </a:ext>
            </a:extLst>
          </a:blip>
          <a:srcRect/>
          <a:stretch>
            <a:fillRect t="-9000" b="-9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1EDF7E5-7C64-4032-805E-9DEAFBECECBF}">
      <dsp:nvSpPr>
        <dsp:cNvPr id="0" name=""/>
        <dsp:cNvSpPr/>
      </dsp:nvSpPr>
      <dsp:spPr>
        <a:xfrm>
          <a:off x="6194884" y="2474449"/>
          <a:ext cx="1208703" cy="380266"/>
        </a:xfrm>
        <a:prstGeom prst="wedgeRectCallout">
          <a:avLst>
            <a:gd name="adj1" fmla="val 20250"/>
            <a:gd name="adj2" fmla="val -60700"/>
          </a:avLst>
        </a:prstGeom>
        <a:solidFill>
          <a:schemeClr val="accent5">
            <a:hueOff val="-9548117"/>
            <a:satOff val="-649"/>
            <a:lumOff val="154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UV</a:t>
          </a:r>
          <a:endParaRPr lang="en-US" sz="1500" kern="1200"/>
        </a:p>
      </dsp:txBody>
      <dsp:txXfrm>
        <a:off x="6194884" y="2474449"/>
        <a:ext cx="1208703" cy="380266"/>
      </dsp:txXfrm>
    </dsp:sp>
    <dsp:sp modelId="{A3F698E1-A789-459B-ADF4-2EB0CCEBAE78}">
      <dsp:nvSpPr>
        <dsp:cNvPr id="0" name=""/>
        <dsp:cNvSpPr/>
      </dsp:nvSpPr>
      <dsp:spPr>
        <a:xfrm>
          <a:off x="7566559" y="1496622"/>
          <a:ext cx="1358093" cy="1086475"/>
        </a:xfrm>
        <a:prstGeom prst="rect">
          <a:avLst/>
        </a:prstGeom>
        <a:blipFill>
          <a:blip xmlns:r="http://schemas.openxmlformats.org/officeDocument/2006/relationships" r:embed="rId25">
            <a:extLst>
              <a:ext uri="{96DAC541-7B7A-43D3-8B79-37D633B846F1}">
                <asvg:svgBlip xmlns:asvg="http://schemas.microsoft.com/office/drawing/2016/SVG/main" r:embed="rId26"/>
              </a:ext>
            </a:extLst>
          </a:blip>
          <a:srcRect/>
          <a:stretch>
            <a:fillRect t="-9000" b="-9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F500C92-AB65-490A-A9A0-90BD50BDAE5B}">
      <dsp:nvSpPr>
        <dsp:cNvPr id="0" name=""/>
        <dsp:cNvSpPr/>
      </dsp:nvSpPr>
      <dsp:spPr>
        <a:xfrm>
          <a:off x="7688787" y="2474449"/>
          <a:ext cx="1208703" cy="380266"/>
        </a:xfrm>
        <a:prstGeom prst="wedgeRectCallout">
          <a:avLst>
            <a:gd name="adj1" fmla="val 20250"/>
            <a:gd name="adj2" fmla="val -60700"/>
          </a:avLst>
        </a:prstGeom>
        <a:solidFill>
          <a:schemeClr val="accent5">
            <a:hueOff val="-10416129"/>
            <a:satOff val="-708"/>
            <a:lumOff val="16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Rain</a:t>
          </a:r>
          <a:endParaRPr lang="en-US" sz="1500" kern="1200"/>
        </a:p>
      </dsp:txBody>
      <dsp:txXfrm>
        <a:off x="7688787" y="2474449"/>
        <a:ext cx="1208703" cy="380266"/>
      </dsp:txXfrm>
    </dsp:sp>
    <dsp:sp modelId="{6C278F5D-EFE3-430E-A6FF-45D8C3D06261}">
      <dsp:nvSpPr>
        <dsp:cNvPr id="0" name=""/>
        <dsp:cNvSpPr/>
      </dsp:nvSpPr>
      <dsp:spPr>
        <a:xfrm>
          <a:off x="9060462" y="1496622"/>
          <a:ext cx="1358093" cy="1086475"/>
        </a:xfrm>
        <a:prstGeom prst="rect">
          <a:avLst/>
        </a:prstGeom>
        <a:blipFill>
          <a:blip xmlns:r="http://schemas.openxmlformats.org/officeDocument/2006/relationships" r:embed="rId27">
            <a:extLst>
              <a:ext uri="{96DAC541-7B7A-43D3-8B79-37D633B846F1}">
                <asvg:svgBlip xmlns:asvg="http://schemas.microsoft.com/office/drawing/2016/SVG/main" r:embed="rId28"/>
              </a:ext>
            </a:extLst>
          </a:blip>
          <a:srcRect/>
          <a:stretch>
            <a:fillRect t="-9000" b="-9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30C599C-C4AC-41D2-BD2F-209125C9EC47}">
      <dsp:nvSpPr>
        <dsp:cNvPr id="0" name=""/>
        <dsp:cNvSpPr/>
      </dsp:nvSpPr>
      <dsp:spPr>
        <a:xfrm>
          <a:off x="9182691" y="2474449"/>
          <a:ext cx="1208703" cy="380266"/>
        </a:xfrm>
        <a:prstGeom prst="wedgeRectCallout">
          <a:avLst>
            <a:gd name="adj1" fmla="val 20250"/>
            <a:gd name="adj2" fmla="val -60700"/>
          </a:avLst>
        </a:prstGeom>
        <a:solidFill>
          <a:schemeClr val="accent5">
            <a:hueOff val="-11284139"/>
            <a:satOff val="-767"/>
            <a:lumOff val="182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Glass break</a:t>
          </a:r>
          <a:endParaRPr lang="en-US" sz="1500" kern="1200"/>
        </a:p>
      </dsp:txBody>
      <dsp:txXfrm>
        <a:off x="9182691" y="2474449"/>
        <a:ext cx="1208703" cy="380266"/>
      </dsp:txXfrm>
    </dsp:sp>
    <dsp:sp modelId="{C40828BE-FAB6-4DC4-85EE-90C8B2DABAD5}">
      <dsp:nvSpPr>
        <dsp:cNvPr id="0" name=""/>
        <dsp:cNvSpPr/>
      </dsp:nvSpPr>
      <dsp:spPr>
        <a:xfrm>
          <a:off x="4578753" y="2990525"/>
          <a:ext cx="1358093" cy="1086475"/>
        </a:xfrm>
        <a:prstGeom prst="rect">
          <a:avLst/>
        </a:prstGeom>
        <a:blipFill>
          <a:blip xmlns:r="http://schemas.openxmlformats.org/officeDocument/2006/relationships" r:embed="rId29">
            <a:extLst>
              <a:ext uri="{96DAC541-7B7A-43D3-8B79-37D633B846F1}">
                <asvg:svgBlip xmlns:asvg="http://schemas.microsoft.com/office/drawing/2016/SVG/main" r:embed="rId30"/>
              </a:ext>
            </a:extLst>
          </a:blip>
          <a:srcRect/>
          <a:stretch>
            <a:fillRect t="-9000" b="-9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4EBAA4F-30C5-4E20-808D-A6C83180158B}">
      <dsp:nvSpPr>
        <dsp:cNvPr id="0" name=""/>
        <dsp:cNvSpPr/>
      </dsp:nvSpPr>
      <dsp:spPr>
        <a:xfrm>
          <a:off x="4700981" y="3968352"/>
          <a:ext cx="1208703" cy="380266"/>
        </a:xfrm>
        <a:prstGeom prst="wedgeRectCallout">
          <a:avLst>
            <a:gd name="adj1" fmla="val 20250"/>
            <a:gd name="adj2" fmla="val -60700"/>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Pressure mat</a:t>
          </a:r>
          <a:endParaRPr lang="en-US" sz="1500" kern="1200"/>
        </a:p>
      </dsp:txBody>
      <dsp:txXfrm>
        <a:off x="4700981" y="3968352"/>
        <a:ext cx="1208703" cy="38026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3AF85C-CB63-4D8F-88C2-37B1E517B185}">
      <dsp:nvSpPr>
        <dsp:cNvPr id="0" name=""/>
        <dsp:cNvSpPr/>
      </dsp:nvSpPr>
      <dsp:spPr>
        <a:xfrm>
          <a:off x="3594" y="132366"/>
          <a:ext cx="1946002" cy="1556801"/>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t="-9000" b="-9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0F66338-965D-466A-96C9-43F4F9D70D94}">
      <dsp:nvSpPr>
        <dsp:cNvPr id="0" name=""/>
        <dsp:cNvSpPr/>
      </dsp:nvSpPr>
      <dsp:spPr>
        <a:xfrm>
          <a:off x="178734" y="1533488"/>
          <a:ext cx="1731941" cy="544880"/>
        </a:xfrm>
        <a:prstGeom prst="wedgeRectCallout">
          <a:avLst>
            <a:gd name="adj1" fmla="val 20250"/>
            <a:gd name="adj2" fmla="val -607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HVAC</a:t>
          </a:r>
          <a:endParaRPr lang="en-US" sz="1800" kern="1200" dirty="0"/>
        </a:p>
      </dsp:txBody>
      <dsp:txXfrm>
        <a:off x="178734" y="1533488"/>
        <a:ext cx="1731941" cy="544880"/>
      </dsp:txXfrm>
    </dsp:sp>
    <dsp:sp modelId="{D75B4B5C-3EA7-4609-A0D9-D17E1947BA80}">
      <dsp:nvSpPr>
        <dsp:cNvPr id="0" name=""/>
        <dsp:cNvSpPr/>
      </dsp:nvSpPr>
      <dsp:spPr>
        <a:xfrm>
          <a:off x="2144196" y="132366"/>
          <a:ext cx="1946002" cy="1556801"/>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t="-9000" b="-9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5148E1A-4B86-4119-9001-A7B0936D997A}">
      <dsp:nvSpPr>
        <dsp:cNvPr id="0" name=""/>
        <dsp:cNvSpPr/>
      </dsp:nvSpPr>
      <dsp:spPr>
        <a:xfrm>
          <a:off x="2319336" y="1533488"/>
          <a:ext cx="1731941" cy="544880"/>
        </a:xfrm>
        <a:prstGeom prst="wedgeRectCallout">
          <a:avLst>
            <a:gd name="adj1" fmla="val 20250"/>
            <a:gd name="adj2" fmla="val -60700"/>
          </a:avLst>
        </a:prstGeom>
        <a:solidFill>
          <a:schemeClr val="accent5">
            <a:hueOff val="-1350239"/>
            <a:satOff val="-92"/>
            <a:lumOff val="21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Room Lights</a:t>
          </a:r>
          <a:endParaRPr lang="en-US" sz="1800" kern="1200" dirty="0"/>
        </a:p>
      </dsp:txBody>
      <dsp:txXfrm>
        <a:off x="2319336" y="1533488"/>
        <a:ext cx="1731941" cy="544880"/>
      </dsp:txXfrm>
    </dsp:sp>
    <dsp:sp modelId="{1B60844F-B481-4462-99B9-9D0731D253C3}">
      <dsp:nvSpPr>
        <dsp:cNvPr id="0" name=""/>
        <dsp:cNvSpPr/>
      </dsp:nvSpPr>
      <dsp:spPr>
        <a:xfrm>
          <a:off x="4284798" y="132366"/>
          <a:ext cx="1946002" cy="1556801"/>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t="-9000" b="-9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178E61D-40EE-40CF-9A00-BA218E460FAD}">
      <dsp:nvSpPr>
        <dsp:cNvPr id="0" name=""/>
        <dsp:cNvSpPr/>
      </dsp:nvSpPr>
      <dsp:spPr>
        <a:xfrm>
          <a:off x="4459939" y="1533488"/>
          <a:ext cx="1731941" cy="544880"/>
        </a:xfrm>
        <a:prstGeom prst="wedgeRectCallout">
          <a:avLst>
            <a:gd name="adj1" fmla="val 20250"/>
            <a:gd name="adj2" fmla="val -60700"/>
          </a:avLst>
        </a:prstGeom>
        <a:solidFill>
          <a:schemeClr val="accent5">
            <a:hueOff val="-2700478"/>
            <a:satOff val="-184"/>
            <a:lumOff val="43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Kitchen Exhaust</a:t>
          </a:r>
          <a:endParaRPr lang="en-US" sz="1800" kern="1200" dirty="0"/>
        </a:p>
      </dsp:txBody>
      <dsp:txXfrm>
        <a:off x="4459939" y="1533488"/>
        <a:ext cx="1731941" cy="544880"/>
      </dsp:txXfrm>
    </dsp:sp>
    <dsp:sp modelId="{15F580CC-1D5E-42B6-A5C5-047A10770FCD}">
      <dsp:nvSpPr>
        <dsp:cNvPr id="0" name=""/>
        <dsp:cNvSpPr/>
      </dsp:nvSpPr>
      <dsp:spPr>
        <a:xfrm>
          <a:off x="6425401" y="132366"/>
          <a:ext cx="1946002" cy="1556801"/>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t="-13000" b="-13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FF1A7D4-ADE1-4392-8CD2-5B155B324E07}">
      <dsp:nvSpPr>
        <dsp:cNvPr id="0" name=""/>
        <dsp:cNvSpPr/>
      </dsp:nvSpPr>
      <dsp:spPr>
        <a:xfrm>
          <a:off x="6600541" y="1533488"/>
          <a:ext cx="1731941" cy="544880"/>
        </a:xfrm>
        <a:prstGeom prst="wedgeRectCallout">
          <a:avLst>
            <a:gd name="adj1" fmla="val 20250"/>
            <a:gd name="adj2" fmla="val -60700"/>
          </a:avLst>
        </a:prstGeom>
        <a:solidFill>
          <a:schemeClr val="accent5">
            <a:hueOff val="-4050717"/>
            <a:satOff val="-275"/>
            <a:lumOff val="65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Fire Alarm</a:t>
          </a:r>
          <a:endParaRPr lang="en-US" sz="1800" kern="1200" dirty="0"/>
        </a:p>
      </dsp:txBody>
      <dsp:txXfrm>
        <a:off x="6600541" y="1533488"/>
        <a:ext cx="1731941" cy="544880"/>
      </dsp:txXfrm>
    </dsp:sp>
    <dsp:sp modelId="{32593DD4-A72A-46F1-8459-C35595D56DBF}">
      <dsp:nvSpPr>
        <dsp:cNvPr id="0" name=""/>
        <dsp:cNvSpPr/>
      </dsp:nvSpPr>
      <dsp:spPr>
        <a:xfrm>
          <a:off x="8566003" y="132366"/>
          <a:ext cx="1946002" cy="1556801"/>
        </a:xfrm>
        <a:prstGeom prst="rect">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t="-9000" b="-9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EFFF650-22A9-4D9E-80EA-B6718D4DFDCD}">
      <dsp:nvSpPr>
        <dsp:cNvPr id="0" name=""/>
        <dsp:cNvSpPr/>
      </dsp:nvSpPr>
      <dsp:spPr>
        <a:xfrm>
          <a:off x="8741143" y="1533488"/>
          <a:ext cx="1731941" cy="544880"/>
        </a:xfrm>
        <a:prstGeom prst="wedgeRectCallout">
          <a:avLst>
            <a:gd name="adj1" fmla="val 20250"/>
            <a:gd name="adj2" fmla="val -60700"/>
          </a:avLst>
        </a:prstGeom>
        <a:solidFill>
          <a:schemeClr val="accent5">
            <a:hueOff val="-5400955"/>
            <a:satOff val="-367"/>
            <a:lumOff val="87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Gas Alarm                  </a:t>
          </a:r>
          <a:endParaRPr lang="en-US" sz="1800" kern="1200" dirty="0"/>
        </a:p>
      </dsp:txBody>
      <dsp:txXfrm>
        <a:off x="8741143" y="1533488"/>
        <a:ext cx="1731941" cy="544880"/>
      </dsp:txXfrm>
    </dsp:sp>
    <dsp:sp modelId="{A8AFCC5D-309A-4B75-A141-24F9481CF17A}">
      <dsp:nvSpPr>
        <dsp:cNvPr id="0" name=""/>
        <dsp:cNvSpPr/>
      </dsp:nvSpPr>
      <dsp:spPr>
        <a:xfrm>
          <a:off x="3594" y="2272969"/>
          <a:ext cx="1946002" cy="1556801"/>
        </a:xfrm>
        <a:prstGeom prst="rect">
          <a:avLst/>
        </a:prstGeom>
        <a:blipFill>
          <a:blip xmlns:r="http://schemas.openxmlformats.org/officeDocument/2006/relationships" r:embed="rId11">
            <a:extLst>
              <a:ext uri="{96DAC541-7B7A-43D3-8B79-37D633B846F1}">
                <asvg:svgBlip xmlns:asvg="http://schemas.microsoft.com/office/drawing/2016/SVG/main" r:embed="rId12"/>
              </a:ext>
            </a:extLst>
          </a:blip>
          <a:srcRect/>
          <a:stretch>
            <a:fillRect t="-13000" b="-13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D4FBC48-BAA0-4FBD-8B8F-6AF125E458E2}">
      <dsp:nvSpPr>
        <dsp:cNvPr id="0" name=""/>
        <dsp:cNvSpPr/>
      </dsp:nvSpPr>
      <dsp:spPr>
        <a:xfrm>
          <a:off x="178734" y="3674090"/>
          <a:ext cx="1731941" cy="544880"/>
        </a:xfrm>
        <a:prstGeom prst="wedgeRectCallout">
          <a:avLst>
            <a:gd name="adj1" fmla="val 20250"/>
            <a:gd name="adj2" fmla="val -60700"/>
          </a:avLst>
        </a:prstGeom>
        <a:solidFill>
          <a:schemeClr val="accent5">
            <a:hueOff val="-6751195"/>
            <a:satOff val="-459"/>
            <a:lumOff val="108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Door lock                   </a:t>
          </a:r>
          <a:endParaRPr lang="en-US" sz="1800" kern="1200" dirty="0"/>
        </a:p>
      </dsp:txBody>
      <dsp:txXfrm>
        <a:off x="178734" y="3674090"/>
        <a:ext cx="1731941" cy="544880"/>
      </dsp:txXfrm>
    </dsp:sp>
    <dsp:sp modelId="{BDC6FBE8-8ECC-411E-9771-6F8D12C27507}">
      <dsp:nvSpPr>
        <dsp:cNvPr id="0" name=""/>
        <dsp:cNvSpPr/>
      </dsp:nvSpPr>
      <dsp:spPr>
        <a:xfrm>
          <a:off x="2144196" y="2272969"/>
          <a:ext cx="1946002" cy="1556801"/>
        </a:xfrm>
        <a:prstGeom prst="rect">
          <a:avLst/>
        </a:prstGeom>
        <a:blipFill>
          <a:blip xmlns:r="http://schemas.openxmlformats.org/officeDocument/2006/relationships" r:embed="rId13">
            <a:extLst>
              <a:ext uri="{96DAC541-7B7A-43D3-8B79-37D633B846F1}">
                <asvg:svgBlip xmlns:asvg="http://schemas.microsoft.com/office/drawing/2016/SVG/main" r:embed="rId14"/>
              </a:ext>
            </a:extLst>
          </a:blip>
          <a:srcRect/>
          <a:stretch>
            <a:fillRect t="-9000" b="-9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C90B31D-10D7-4C0E-A242-C8B78281B596}">
      <dsp:nvSpPr>
        <dsp:cNvPr id="0" name=""/>
        <dsp:cNvSpPr/>
      </dsp:nvSpPr>
      <dsp:spPr>
        <a:xfrm>
          <a:off x="2319336" y="3674090"/>
          <a:ext cx="1731941" cy="544880"/>
        </a:xfrm>
        <a:prstGeom prst="wedgeRectCallout">
          <a:avLst>
            <a:gd name="adj1" fmla="val 20250"/>
            <a:gd name="adj2" fmla="val -60700"/>
          </a:avLst>
        </a:prstGeom>
        <a:solidFill>
          <a:schemeClr val="accent5">
            <a:hueOff val="-8101434"/>
            <a:satOff val="-551"/>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Water Shutoff</a:t>
          </a:r>
          <a:endParaRPr lang="en-US" sz="1800" kern="1200" dirty="0"/>
        </a:p>
      </dsp:txBody>
      <dsp:txXfrm>
        <a:off x="2319336" y="3674090"/>
        <a:ext cx="1731941" cy="544880"/>
      </dsp:txXfrm>
    </dsp:sp>
    <dsp:sp modelId="{E51B05A1-7500-40BC-901C-D82DDA23682B}">
      <dsp:nvSpPr>
        <dsp:cNvPr id="0" name=""/>
        <dsp:cNvSpPr/>
      </dsp:nvSpPr>
      <dsp:spPr>
        <a:xfrm>
          <a:off x="4284798" y="2272969"/>
          <a:ext cx="1946002" cy="1556801"/>
        </a:xfrm>
        <a:prstGeom prst="rect">
          <a:avLst/>
        </a:prstGeom>
        <a:blipFill>
          <a:blip xmlns:r="http://schemas.openxmlformats.org/officeDocument/2006/relationships" r:embed="rId15">
            <a:extLst>
              <a:ext uri="{96DAC541-7B7A-43D3-8B79-37D633B846F1}">
                <asvg:svgBlip xmlns:asvg="http://schemas.microsoft.com/office/drawing/2016/SVG/main" r:embed="rId16"/>
              </a:ext>
            </a:extLst>
          </a:blip>
          <a:srcRect/>
          <a:stretch>
            <a:fillRect t="-9000" b="-9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4B0AD6D-5338-4B82-92AB-F37D4B96C3CC}">
      <dsp:nvSpPr>
        <dsp:cNvPr id="0" name=""/>
        <dsp:cNvSpPr/>
      </dsp:nvSpPr>
      <dsp:spPr>
        <a:xfrm>
          <a:off x="4459939" y="3674090"/>
          <a:ext cx="1731941" cy="544880"/>
        </a:xfrm>
        <a:prstGeom prst="wedgeRectCallout">
          <a:avLst>
            <a:gd name="adj1" fmla="val 20250"/>
            <a:gd name="adj2" fmla="val -60700"/>
          </a:avLst>
        </a:prstGeom>
        <a:solidFill>
          <a:schemeClr val="accent5">
            <a:hueOff val="-9451672"/>
            <a:satOff val="-642"/>
            <a:lumOff val="152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Siren                    </a:t>
          </a:r>
          <a:endParaRPr lang="en-US" sz="1800" kern="1200" dirty="0"/>
        </a:p>
      </dsp:txBody>
      <dsp:txXfrm>
        <a:off x="4459939" y="3674090"/>
        <a:ext cx="1731941" cy="544880"/>
      </dsp:txXfrm>
    </dsp:sp>
    <dsp:sp modelId="{D991244F-15F6-4A9E-AE44-B1A08C1CA672}">
      <dsp:nvSpPr>
        <dsp:cNvPr id="0" name=""/>
        <dsp:cNvSpPr/>
      </dsp:nvSpPr>
      <dsp:spPr>
        <a:xfrm>
          <a:off x="6425401" y="2272969"/>
          <a:ext cx="1946002" cy="1556801"/>
        </a:xfrm>
        <a:prstGeom prst="rect">
          <a:avLst/>
        </a:prstGeom>
        <a:blipFill>
          <a:blip xmlns:r="http://schemas.openxmlformats.org/officeDocument/2006/relationships" r:embed="rId17">
            <a:extLst>
              <a:ext uri="{96DAC541-7B7A-43D3-8B79-37D633B846F1}">
                <asvg:svgBlip xmlns:asvg="http://schemas.microsoft.com/office/drawing/2016/SVG/main" r:embed="rId18"/>
              </a:ext>
            </a:extLst>
          </a:blip>
          <a:srcRect/>
          <a:stretch>
            <a:fillRect t="-13000" b="-13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51F63A6-087C-4F37-843C-47E1AC8C2E7A}">
      <dsp:nvSpPr>
        <dsp:cNvPr id="0" name=""/>
        <dsp:cNvSpPr/>
      </dsp:nvSpPr>
      <dsp:spPr>
        <a:xfrm>
          <a:off x="6600541" y="3674090"/>
          <a:ext cx="1731941" cy="544880"/>
        </a:xfrm>
        <a:prstGeom prst="wedgeRectCallout">
          <a:avLst>
            <a:gd name="adj1" fmla="val 20250"/>
            <a:gd name="adj2" fmla="val -60700"/>
          </a:avLst>
        </a:prstGeom>
        <a:solidFill>
          <a:schemeClr val="accent5">
            <a:hueOff val="-10801911"/>
            <a:satOff val="-734"/>
            <a:lumOff val="174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Dust Cleaner                   </a:t>
          </a:r>
          <a:endParaRPr lang="en-US" sz="1800" kern="1200" dirty="0"/>
        </a:p>
      </dsp:txBody>
      <dsp:txXfrm>
        <a:off x="6600541" y="3674090"/>
        <a:ext cx="1731941" cy="544880"/>
      </dsp:txXfrm>
    </dsp:sp>
    <dsp:sp modelId="{A3F698E1-A789-459B-ADF4-2EB0CCEBAE78}">
      <dsp:nvSpPr>
        <dsp:cNvPr id="0" name=""/>
        <dsp:cNvSpPr/>
      </dsp:nvSpPr>
      <dsp:spPr>
        <a:xfrm>
          <a:off x="8566003" y="2272969"/>
          <a:ext cx="1946002" cy="1556801"/>
        </a:xfrm>
        <a:prstGeom prst="rect">
          <a:avLst/>
        </a:prstGeom>
        <a:blipFill>
          <a:blip xmlns:r="http://schemas.openxmlformats.org/officeDocument/2006/relationships" r:embed="rId19">
            <a:extLst>
              <a:ext uri="{96DAC541-7B7A-43D3-8B79-37D633B846F1}">
                <asvg:svgBlip xmlns:asvg="http://schemas.microsoft.com/office/drawing/2016/SVG/main" r:embed="rId20"/>
              </a:ext>
            </a:extLst>
          </a:blip>
          <a:srcRect/>
          <a:stretch>
            <a:fillRect t="-9000" b="-9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F500C92-AB65-490A-A9A0-90BD50BDAE5B}">
      <dsp:nvSpPr>
        <dsp:cNvPr id="0" name=""/>
        <dsp:cNvSpPr/>
      </dsp:nvSpPr>
      <dsp:spPr>
        <a:xfrm>
          <a:off x="8741143" y="3674090"/>
          <a:ext cx="1731941" cy="544880"/>
        </a:xfrm>
        <a:prstGeom prst="wedgeRectCallout">
          <a:avLst>
            <a:gd name="adj1" fmla="val 20250"/>
            <a:gd name="adj2" fmla="val -60700"/>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Dehumidifier</a:t>
          </a:r>
          <a:endParaRPr lang="en-US" sz="1800" kern="1200" dirty="0"/>
        </a:p>
      </dsp:txBody>
      <dsp:txXfrm>
        <a:off x="8741143" y="3674090"/>
        <a:ext cx="1731941" cy="544880"/>
      </dsp:txXfrm>
    </dsp:sp>
  </dsp:spTree>
</dsp:drawing>
</file>

<file path=ppt/diagrams/layout1.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08/layout/BendingPictureCaptionList">
  <dgm:title val=""/>
  <dgm:desc val=""/>
  <dgm:catLst>
    <dgm:cat type="picture" pri="9000"/>
    <dgm:cat type="pictureconvert" pri="9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w" fact="1.11"/>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
        </dgm:alg>
        <dgm:shape xmlns:r="http://schemas.openxmlformats.org/officeDocument/2006/relationships" r:blip="">
          <dgm:adjLst/>
        </dgm:shape>
        <dgm:choose name="Name4">
          <dgm:if name="Name5" func="var" arg="dir" op="equ" val="norm">
            <dgm:constrLst>
              <dgm:constr type="l" for="ch" forName="rect1" refType="w" fact="0"/>
              <dgm:constr type="t" for="ch" forName="rect1" refType="h" fact="0"/>
              <dgm:constr type="w" for="ch" forName="rect1" refType="w"/>
              <dgm:constr type="h" for="ch" forName="rect1" refType="h" fact="0.8"/>
              <dgm:constr type="l" for="ch" forName="wedgeRectCallout1" refType="w" fact="0.09"/>
              <dgm:constr type="t" for="ch" forName="wedgeRectCallout1" refType="h" fact="0.72"/>
              <dgm:constr type="w" for="ch" forName="wedgeRectCallout1" refType="w" fact="0.89"/>
              <dgm:constr type="h" for="ch" forName="wedgeRectCallout1" refType="h" fact="0.28"/>
            </dgm:constrLst>
          </dgm:if>
          <dgm:else name="Name6">
            <dgm:constrLst>
              <dgm:constr type="l" for="ch" forName="rect1" refType="w" fact="0"/>
              <dgm:constr type="t" for="ch" forName="rect1" refType="h" fact="0"/>
              <dgm:constr type="w" for="ch" forName="rect1" refType="w"/>
              <dgm:constr type="h" for="ch" forName="rect1" refType="h" fact="0.8"/>
              <dgm:constr type="l" for="ch" forName="wedgeRectCallout1" refType="w" fact="0.02"/>
              <dgm:constr type="t" for="ch" forName="wedgeRectCallout1" refType="h" fact="0.72"/>
              <dgm:constr type="w" for="ch" forName="wedgeRectCallout1" refType="w" fact="0.89"/>
              <dgm:constr type="h" for="ch" forName="wedgeRectCallout1" refType="h" fact="0.28"/>
            </dgm:constrLst>
          </dgm:else>
        </dgm:choose>
        <dgm:layoutNode name="rect1" styleLbl="bgImgPlace1">
          <dgm:alg type="sp"/>
          <dgm:shape xmlns:r="http://schemas.openxmlformats.org/officeDocument/2006/relationships" type="rect" r:blip="" blipPhldr="1">
            <dgm:adjLst/>
          </dgm:shape>
          <dgm:presOf/>
        </dgm:layoutNode>
        <dgm:layoutNode name="wedgeRectCallout1" styleLbl="node1">
          <dgm:varLst>
            <dgm:bulletEnabled val="1"/>
          </dgm:varLst>
          <dgm:alg type="tx"/>
          <dgm:choose name="Name7">
            <dgm:if name="Name8" func="var" arg="dir" op="equ" val="norm">
              <dgm:shape xmlns:r="http://schemas.openxmlformats.org/officeDocument/2006/relationships" type="wedgeRectCallout" r:blip="">
                <dgm:adjLst>
                  <dgm:adj idx="1" val="0.2025"/>
                  <dgm:adj idx="2" val="-0.607"/>
                </dgm:adjLst>
              </dgm:shape>
            </dgm:if>
            <dgm:else name="Name9">
              <dgm:shape xmlns:r="http://schemas.openxmlformats.org/officeDocument/2006/relationships" type="wedgeRectCallout" r:blip="">
                <dgm:adjLst>
                  <dgm:adj idx="1" val="-0.2025"/>
                  <dgm:adj idx="2" val="-0.607"/>
                </dgm:adjLst>
              </dgm:shape>
            </dgm:else>
          </dgm:choos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BendingPictureCaptionList">
  <dgm:title val=""/>
  <dgm:desc val=""/>
  <dgm:catLst>
    <dgm:cat type="picture" pri="9000"/>
    <dgm:cat type="pictureconvert" pri="9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w" fact="1.11"/>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
        </dgm:alg>
        <dgm:shape xmlns:r="http://schemas.openxmlformats.org/officeDocument/2006/relationships" r:blip="">
          <dgm:adjLst/>
        </dgm:shape>
        <dgm:choose name="Name4">
          <dgm:if name="Name5" func="var" arg="dir" op="equ" val="norm">
            <dgm:constrLst>
              <dgm:constr type="l" for="ch" forName="rect1" refType="w" fact="0"/>
              <dgm:constr type="t" for="ch" forName="rect1" refType="h" fact="0"/>
              <dgm:constr type="w" for="ch" forName="rect1" refType="w"/>
              <dgm:constr type="h" for="ch" forName="rect1" refType="h" fact="0.8"/>
              <dgm:constr type="l" for="ch" forName="wedgeRectCallout1" refType="w" fact="0.09"/>
              <dgm:constr type="t" for="ch" forName="wedgeRectCallout1" refType="h" fact="0.72"/>
              <dgm:constr type="w" for="ch" forName="wedgeRectCallout1" refType="w" fact="0.89"/>
              <dgm:constr type="h" for="ch" forName="wedgeRectCallout1" refType="h" fact="0.28"/>
            </dgm:constrLst>
          </dgm:if>
          <dgm:else name="Name6">
            <dgm:constrLst>
              <dgm:constr type="l" for="ch" forName="rect1" refType="w" fact="0"/>
              <dgm:constr type="t" for="ch" forName="rect1" refType="h" fact="0"/>
              <dgm:constr type="w" for="ch" forName="rect1" refType="w"/>
              <dgm:constr type="h" for="ch" forName="rect1" refType="h" fact="0.8"/>
              <dgm:constr type="l" for="ch" forName="wedgeRectCallout1" refType="w" fact="0.02"/>
              <dgm:constr type="t" for="ch" forName="wedgeRectCallout1" refType="h" fact="0.72"/>
              <dgm:constr type="w" for="ch" forName="wedgeRectCallout1" refType="w" fact="0.89"/>
              <dgm:constr type="h" for="ch" forName="wedgeRectCallout1" refType="h" fact="0.28"/>
            </dgm:constrLst>
          </dgm:else>
        </dgm:choose>
        <dgm:layoutNode name="rect1" styleLbl="bgImgPlace1">
          <dgm:alg type="sp"/>
          <dgm:shape xmlns:r="http://schemas.openxmlformats.org/officeDocument/2006/relationships" type="rect" r:blip="" blipPhldr="1">
            <dgm:adjLst/>
          </dgm:shape>
          <dgm:presOf/>
        </dgm:layoutNode>
        <dgm:layoutNode name="wedgeRectCallout1" styleLbl="node1">
          <dgm:varLst>
            <dgm:bulletEnabled val="1"/>
          </dgm:varLst>
          <dgm:alg type="tx"/>
          <dgm:choose name="Name7">
            <dgm:if name="Name8" func="var" arg="dir" op="equ" val="norm">
              <dgm:shape xmlns:r="http://schemas.openxmlformats.org/officeDocument/2006/relationships" type="wedgeRectCallout" r:blip="">
                <dgm:adjLst>
                  <dgm:adj idx="1" val="0.2025"/>
                  <dgm:adj idx="2" val="-0.607"/>
                </dgm:adjLst>
              </dgm:shape>
            </dgm:if>
            <dgm:else name="Name9">
              <dgm:shape xmlns:r="http://schemas.openxmlformats.org/officeDocument/2006/relationships" type="wedgeRectCallout" r:blip="">
                <dgm:adjLst>
                  <dgm:adj idx="1" val="-0.2025"/>
                  <dgm:adj idx="2" val="-0.607"/>
                </dgm:adjLst>
              </dgm:shape>
            </dgm:else>
          </dgm:choos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2FCEAA-3B23-4583-B3B8-2B36BA862E89}" type="datetimeFigureOut">
              <a:rPr lang="en-GB" smtClean="0"/>
              <a:t>19/12/2025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1F91DE-FD25-40A4-9435-60DFB4EA2EEB}" type="slidenum">
              <a:rPr lang="en-GB" smtClean="0"/>
              <a:t>‹#›</a:t>
            </a:fld>
            <a:endParaRPr lang="en-GB"/>
          </a:p>
        </p:txBody>
      </p:sp>
    </p:spTree>
    <p:extLst>
      <p:ext uri="{BB962C8B-B14F-4D97-AF65-F5344CB8AC3E}">
        <p14:creationId xmlns:p14="http://schemas.microsoft.com/office/powerpoint/2010/main" val="20181000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D1F91DE-FD25-40A4-9435-60DFB4EA2EEB}" type="slidenum">
              <a:rPr lang="en-GB" smtClean="0"/>
              <a:t>2</a:t>
            </a:fld>
            <a:endParaRPr lang="en-GB"/>
          </a:p>
        </p:txBody>
      </p:sp>
    </p:spTree>
    <p:extLst>
      <p:ext uri="{BB962C8B-B14F-4D97-AF65-F5344CB8AC3E}">
        <p14:creationId xmlns:p14="http://schemas.microsoft.com/office/powerpoint/2010/main" val="2384661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9B8CD-D39F-66D1-F47D-549A6131DF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37A100-FE78-08C2-8AE9-2EE6726BA3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5C67FD-096E-895D-BC27-FF7F772980A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20BFA37-DB6B-16F7-E8BC-9C451D59E559}"/>
              </a:ext>
            </a:extLst>
          </p:cNvPr>
          <p:cNvSpPr>
            <a:spLocks noGrp="1"/>
          </p:cNvSpPr>
          <p:nvPr>
            <p:ph type="sldNum" sz="quarter" idx="5"/>
          </p:nvPr>
        </p:nvSpPr>
        <p:spPr/>
        <p:txBody>
          <a:bodyPr/>
          <a:lstStyle/>
          <a:p>
            <a:fld id="{4D1F91DE-FD25-40A4-9435-60DFB4EA2EEB}" type="slidenum">
              <a:rPr lang="en-GB" smtClean="0"/>
              <a:t>3</a:t>
            </a:fld>
            <a:endParaRPr lang="en-GB"/>
          </a:p>
        </p:txBody>
      </p:sp>
    </p:spTree>
    <p:extLst>
      <p:ext uri="{BB962C8B-B14F-4D97-AF65-F5344CB8AC3E}">
        <p14:creationId xmlns:p14="http://schemas.microsoft.com/office/powerpoint/2010/main" val="11609110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F20A8-7F6F-680A-7F66-D162AE14E6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31E4EB-4C55-C72C-42F9-157EECB978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4A1BFE-1A8E-3058-67EC-885BDDCCF789}"/>
              </a:ext>
            </a:extLst>
          </p:cNvPr>
          <p:cNvSpPr>
            <a:spLocks noGrp="1"/>
          </p:cNvSpPr>
          <p:nvPr>
            <p:ph type="body" idx="1"/>
          </p:nvPr>
        </p:nvSpPr>
        <p:spPr/>
        <p:txBody>
          <a:bodyPr/>
          <a:lstStyle/>
          <a:p>
            <a:r>
              <a:rPr lang="en-GB" sz="1200" b="0" i="0" kern="1200" dirty="0">
                <a:solidFill>
                  <a:schemeClr val="tx1"/>
                </a:solidFill>
                <a:effectLst/>
                <a:latin typeface="+mn-lt"/>
                <a:ea typeface="+mn-ea"/>
                <a:cs typeface="+mn-cs"/>
              </a:rPr>
              <a:t>The Middle East Smart Home Services Market is valued at USD 8 billion, based on a five-year historical analysis. This growth is primarily driven by increasing urbanization, rising disposable incomes, and a growing demand for energy-efficient solutions. The integration of advanced technologies such as IoT and AI into home automation systems has further propelled market expansion, as consumers seek enhanced convenience and security in their living environments .</a:t>
            </a:r>
          </a:p>
          <a:p>
            <a:r>
              <a:rPr lang="en-GB" sz="1200" b="0" i="0" kern="1200" dirty="0">
                <a:solidFill>
                  <a:schemeClr val="tx1"/>
                </a:solidFill>
                <a:effectLst/>
                <a:latin typeface="+mn-lt"/>
                <a:ea typeface="+mn-ea"/>
                <a:cs typeface="+mn-cs"/>
              </a:rPr>
              <a:t>Key players in this market include the UAE and Saudi Arabia, which dominate due to their rapid technological advancements and high consumer spending on smart home technologies. The UAE, in particular, has established itself as a hub for innovation and smart city initiatives, while Saudi Arabia's Vision 2030 aims to diversify the economy and promote smart living solutions, driving significant investments in this sector .</a:t>
            </a:r>
          </a:p>
          <a:p>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By </a:t>
            </a:r>
            <a:r>
              <a:rPr lang="en-GB" sz="1200" b="1" i="0" kern="1200" dirty="0" err="1">
                <a:solidFill>
                  <a:schemeClr val="tx1"/>
                </a:solidFill>
                <a:effectLst/>
                <a:latin typeface="+mn-lt"/>
                <a:ea typeface="+mn-ea"/>
                <a:cs typeface="+mn-cs"/>
              </a:rPr>
              <a:t>Type:</a:t>
            </a:r>
            <a:r>
              <a:rPr lang="en-GB" sz="1200" b="0" i="0" kern="1200" dirty="0" err="1">
                <a:solidFill>
                  <a:schemeClr val="tx1"/>
                </a:solidFill>
                <a:effectLst/>
                <a:latin typeface="+mn-lt"/>
                <a:ea typeface="+mn-ea"/>
                <a:cs typeface="+mn-cs"/>
              </a:rPr>
              <a:t>The</a:t>
            </a:r>
            <a:r>
              <a:rPr lang="en-GB" sz="1200" b="0" i="0" kern="1200" dirty="0">
                <a:solidFill>
                  <a:schemeClr val="tx1"/>
                </a:solidFill>
                <a:effectLst/>
                <a:latin typeface="+mn-lt"/>
                <a:ea typeface="+mn-ea"/>
                <a:cs typeface="+mn-cs"/>
              </a:rPr>
              <a:t> market is segmented into various types of smart home services, including Smart Security Systems, Smart Lighting Solutions, Smart Thermostats &amp; HVAC Controls, Smart Appliances, Home Entertainment &amp; Media Systems, Smart Energy Management Systems, Health &amp; Wellness Monitoring Devices, Control &amp; Connectivity Hubs, and Others. Among these, Smart Security Systems and Smart Lighting Solutions are particularly prominent due to increasing consumer concerns about safety and energy efficiency .</a:t>
            </a:r>
          </a:p>
          <a:p>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By </a:t>
            </a:r>
            <a:r>
              <a:rPr lang="en-GB" sz="1200" b="1" i="0" kern="1200" dirty="0" err="1">
                <a:solidFill>
                  <a:schemeClr val="tx1"/>
                </a:solidFill>
                <a:effectLst/>
                <a:latin typeface="+mn-lt"/>
                <a:ea typeface="+mn-ea"/>
                <a:cs typeface="+mn-cs"/>
              </a:rPr>
              <a:t>End-User:</a:t>
            </a:r>
            <a:r>
              <a:rPr lang="en-GB" sz="1200" b="0" i="0" kern="1200" dirty="0" err="1">
                <a:solidFill>
                  <a:schemeClr val="tx1"/>
                </a:solidFill>
                <a:effectLst/>
                <a:latin typeface="+mn-lt"/>
                <a:ea typeface="+mn-ea"/>
                <a:cs typeface="+mn-cs"/>
              </a:rPr>
              <a:t>The</a:t>
            </a:r>
            <a:r>
              <a:rPr lang="en-GB" sz="1200" b="0" i="0" kern="1200" dirty="0">
                <a:solidFill>
                  <a:schemeClr val="tx1"/>
                </a:solidFill>
                <a:effectLst/>
                <a:latin typeface="+mn-lt"/>
                <a:ea typeface="+mn-ea"/>
                <a:cs typeface="+mn-cs"/>
              </a:rPr>
              <a:t> market is segmented by end-user into Residential, Commercial, Institutional, and Government &amp; Utilities. The Residential segment is the largest, driven by increasing consumer interest in home automation and security solutions. The Commercial segment is also growing, as businesses seek to enhance operational efficiency and customer experience through smart technologies .</a:t>
            </a:r>
          </a:p>
          <a:p>
            <a:endParaRPr lang="en-GB" sz="1200" b="0" i="0" kern="1200" dirty="0">
              <a:solidFill>
                <a:schemeClr val="tx1"/>
              </a:solidFill>
              <a:effectLst/>
              <a:latin typeface="+mn-lt"/>
              <a:ea typeface="+mn-ea"/>
              <a:cs typeface="+mn-cs"/>
            </a:endParaRPr>
          </a:p>
          <a:p>
            <a:endParaRPr lang="en-GB" sz="1200" b="0" i="0" kern="1200" dirty="0">
              <a:solidFill>
                <a:schemeClr val="tx1"/>
              </a:solidFill>
              <a:effectLst/>
              <a:latin typeface="+mn-lt"/>
              <a:ea typeface="+mn-ea"/>
              <a:cs typeface="+mn-cs"/>
            </a:endParaRPr>
          </a:p>
          <a:p>
            <a:endParaRPr lang="en-GB" dirty="0"/>
          </a:p>
        </p:txBody>
      </p:sp>
      <p:sp>
        <p:nvSpPr>
          <p:cNvPr id="4" name="Slide Number Placeholder 3">
            <a:extLst>
              <a:ext uri="{FF2B5EF4-FFF2-40B4-BE49-F238E27FC236}">
                <a16:creationId xmlns:a16="http://schemas.microsoft.com/office/drawing/2014/main" id="{ACAC571D-D8B5-F03B-D540-8F08F7F41307}"/>
              </a:ext>
            </a:extLst>
          </p:cNvPr>
          <p:cNvSpPr>
            <a:spLocks noGrp="1"/>
          </p:cNvSpPr>
          <p:nvPr>
            <p:ph type="sldNum" sz="quarter" idx="5"/>
          </p:nvPr>
        </p:nvSpPr>
        <p:spPr/>
        <p:txBody>
          <a:bodyPr/>
          <a:lstStyle/>
          <a:p>
            <a:fld id="{4D1F91DE-FD25-40A4-9435-60DFB4EA2EEB}" type="slidenum">
              <a:rPr lang="en-GB" smtClean="0"/>
              <a:t>4</a:t>
            </a:fld>
            <a:endParaRPr lang="en-GB"/>
          </a:p>
        </p:txBody>
      </p:sp>
    </p:spTree>
    <p:extLst>
      <p:ext uri="{BB962C8B-B14F-4D97-AF65-F5344CB8AC3E}">
        <p14:creationId xmlns:p14="http://schemas.microsoft.com/office/powerpoint/2010/main" val="7887052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Increasing Consumer Demand for Home </a:t>
            </a:r>
            <a:r>
              <a:rPr lang="en-GB" b="1" dirty="0" err="1"/>
              <a:t>Automation:</a:t>
            </a:r>
            <a:r>
              <a:rPr lang="en-GB" dirty="0" err="1"/>
              <a:t>The</a:t>
            </a:r>
            <a:r>
              <a:rPr lang="en-GB" dirty="0"/>
              <a:t> Middle East has witnessed a surge in consumer interest in home automation, with the market expected to reach approximately 1.8 million smart home installations in future. This growth is driven by a rising middle class, which is projected to increase by 4 million households in the region, leading to greater disposable income and a willingness to invest in smart technologies that enhance convenience and lifestyle.</a:t>
            </a:r>
          </a:p>
          <a:p>
            <a:r>
              <a:rPr lang="en-GB" b="1" dirty="0"/>
              <a:t>Rising Awareness of Energy </a:t>
            </a:r>
            <a:r>
              <a:rPr lang="en-GB" b="1" dirty="0" err="1"/>
              <a:t>Efficiency:</a:t>
            </a:r>
            <a:r>
              <a:rPr lang="en-GB" dirty="0" err="1"/>
              <a:t>Energy</a:t>
            </a:r>
            <a:r>
              <a:rPr lang="en-GB" dirty="0"/>
              <a:t> efficiency is becoming a priority in the Middle East, where energy consumption is projected to rise by 5% annually. Government initiatives, such as the UAE's Energy Strategy 2050, aim to reduce energy consumption by 40%. This has led to increased adoption of smart home technologies that optimize energy use, with an estimated 35% of consumers actively seeking energy-efficient solutions for their homes in future.</a:t>
            </a:r>
          </a:p>
          <a:p>
            <a:r>
              <a:rPr lang="en-GB" b="1" dirty="0"/>
              <a:t>Technological Advancements in </a:t>
            </a:r>
            <a:r>
              <a:rPr lang="en-GB" b="1" dirty="0" err="1"/>
              <a:t>IoT:</a:t>
            </a:r>
            <a:r>
              <a:rPr lang="en-GB" dirty="0" err="1"/>
              <a:t>The</a:t>
            </a:r>
            <a:r>
              <a:rPr lang="en-GB" dirty="0"/>
              <a:t> Internet of Things (IoT) is revolutionizing the smart home landscape in the Middle East, with an expected 30 billion connected devices globally in future. Local investments in IoT infrastructure are projected to exceed $1.5 billion, facilitating the integration of smart devices. This technological evolution is enhancing user experience and driving demand for interconnected home systems, making them more accessible and appealing to consumers.</a:t>
            </a:r>
          </a:p>
          <a:p>
            <a:endParaRPr lang="en-GB" dirty="0"/>
          </a:p>
        </p:txBody>
      </p:sp>
      <p:sp>
        <p:nvSpPr>
          <p:cNvPr id="4" name="Slide Number Placeholder 3"/>
          <p:cNvSpPr>
            <a:spLocks noGrp="1"/>
          </p:cNvSpPr>
          <p:nvPr>
            <p:ph type="sldNum" sz="quarter" idx="5"/>
          </p:nvPr>
        </p:nvSpPr>
        <p:spPr/>
        <p:txBody>
          <a:bodyPr/>
          <a:lstStyle/>
          <a:p>
            <a:fld id="{4D1F91DE-FD25-40A4-9435-60DFB4EA2EEB}" type="slidenum">
              <a:rPr lang="en-GB" smtClean="0"/>
              <a:t>5</a:t>
            </a:fld>
            <a:endParaRPr lang="en-GB"/>
          </a:p>
        </p:txBody>
      </p:sp>
    </p:spTree>
    <p:extLst>
      <p:ext uri="{BB962C8B-B14F-4D97-AF65-F5344CB8AC3E}">
        <p14:creationId xmlns:p14="http://schemas.microsoft.com/office/powerpoint/2010/main" val="1569542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C4963-77EE-B330-7522-0C4B7E9CED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A7D744-E5D2-6F60-5C44-0E58815785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03EAB0-47E6-B5D1-60C9-9DEDD91EF8E0}"/>
              </a:ext>
            </a:extLst>
          </p:cNvPr>
          <p:cNvSpPr>
            <a:spLocks noGrp="1"/>
          </p:cNvSpPr>
          <p:nvPr>
            <p:ph type="body" idx="1"/>
          </p:nvPr>
        </p:nvSpPr>
        <p:spPr/>
        <p:txBody>
          <a:bodyPr/>
          <a:lstStyle/>
          <a:p>
            <a:r>
              <a:rPr lang="en-GB" sz="1200" b="1" i="0" kern="1200" dirty="0">
                <a:solidFill>
                  <a:schemeClr val="tx1"/>
                </a:solidFill>
                <a:effectLst/>
                <a:latin typeface="+mn-lt"/>
                <a:ea typeface="+mn-ea"/>
                <a:cs typeface="+mn-cs"/>
              </a:rPr>
              <a:t>High Initial Investment </a:t>
            </a:r>
            <a:r>
              <a:rPr lang="en-GB" sz="1200" b="1" i="0" kern="1200" dirty="0" err="1">
                <a:solidFill>
                  <a:schemeClr val="tx1"/>
                </a:solidFill>
                <a:effectLst/>
                <a:latin typeface="+mn-lt"/>
                <a:ea typeface="+mn-ea"/>
                <a:cs typeface="+mn-cs"/>
              </a:rPr>
              <a:t>Costs:</a:t>
            </a:r>
            <a:r>
              <a:rPr lang="en-GB" sz="1200" b="0" i="0" kern="1200" dirty="0" err="1">
                <a:solidFill>
                  <a:schemeClr val="tx1"/>
                </a:solidFill>
                <a:effectLst/>
                <a:latin typeface="+mn-lt"/>
                <a:ea typeface="+mn-ea"/>
                <a:cs typeface="+mn-cs"/>
              </a:rPr>
              <a:t>One</a:t>
            </a:r>
            <a:r>
              <a:rPr lang="en-GB" sz="1200" b="0" i="0" kern="1200" dirty="0">
                <a:solidFill>
                  <a:schemeClr val="tx1"/>
                </a:solidFill>
                <a:effectLst/>
                <a:latin typeface="+mn-lt"/>
                <a:ea typeface="+mn-ea"/>
                <a:cs typeface="+mn-cs"/>
              </a:rPr>
              <a:t> of the significant barriers to smart home adoption in the Middle East is the high initial investment required, which can range from $1,200 to $5,500 for comprehensive systems. This upfront cost deters many potential consumers, especially in a region where economic disparities exist. As a result, only 18% of households currently invest in smart home technologies, limiting market penetration and growth.</a:t>
            </a:r>
          </a:p>
          <a:p>
            <a:r>
              <a:rPr lang="en-GB" sz="1200" b="1" i="0" kern="1200" dirty="0">
                <a:solidFill>
                  <a:schemeClr val="tx1"/>
                </a:solidFill>
                <a:effectLst/>
                <a:latin typeface="+mn-lt"/>
                <a:ea typeface="+mn-ea"/>
                <a:cs typeface="+mn-cs"/>
              </a:rPr>
              <a:t>Lack of Standardization in Smart Home </a:t>
            </a:r>
            <a:r>
              <a:rPr lang="en-GB" sz="1200" b="1" i="0" kern="1200" dirty="0" err="1">
                <a:solidFill>
                  <a:schemeClr val="tx1"/>
                </a:solidFill>
                <a:effectLst/>
                <a:latin typeface="+mn-lt"/>
                <a:ea typeface="+mn-ea"/>
                <a:cs typeface="+mn-cs"/>
              </a:rPr>
              <a:t>Devices:</a:t>
            </a:r>
            <a:r>
              <a:rPr lang="en-GB" sz="1200" b="0" i="0" kern="1200" dirty="0" err="1">
                <a:solidFill>
                  <a:schemeClr val="tx1"/>
                </a:solidFill>
                <a:effectLst/>
                <a:latin typeface="+mn-lt"/>
                <a:ea typeface="+mn-ea"/>
                <a:cs typeface="+mn-cs"/>
              </a:rPr>
              <a:t>The</a:t>
            </a:r>
            <a:r>
              <a:rPr lang="en-GB" sz="1200" b="0" i="0" kern="1200" dirty="0">
                <a:solidFill>
                  <a:schemeClr val="tx1"/>
                </a:solidFill>
                <a:effectLst/>
                <a:latin typeface="+mn-lt"/>
                <a:ea typeface="+mn-ea"/>
                <a:cs typeface="+mn-cs"/>
              </a:rPr>
              <a:t> absence of universal standards for smart home devices poses a challenge, leading to compatibility issues among products. Currently, over 65% of consumers express concerns about device interoperability, which hampers their willingness to invest in smart home solutions. This lack of standardization can result in fragmented market growth, as consumers hesitate to adopt technologies that may not work seamlessly together.</a:t>
            </a:r>
          </a:p>
        </p:txBody>
      </p:sp>
      <p:sp>
        <p:nvSpPr>
          <p:cNvPr id="4" name="Slide Number Placeholder 3">
            <a:extLst>
              <a:ext uri="{FF2B5EF4-FFF2-40B4-BE49-F238E27FC236}">
                <a16:creationId xmlns:a16="http://schemas.microsoft.com/office/drawing/2014/main" id="{B93AE3FA-7F10-ABE8-52E8-FD6EC9F9232C}"/>
              </a:ext>
            </a:extLst>
          </p:cNvPr>
          <p:cNvSpPr>
            <a:spLocks noGrp="1"/>
          </p:cNvSpPr>
          <p:nvPr>
            <p:ph type="sldNum" sz="quarter" idx="5"/>
          </p:nvPr>
        </p:nvSpPr>
        <p:spPr/>
        <p:txBody>
          <a:bodyPr/>
          <a:lstStyle/>
          <a:p>
            <a:fld id="{4D1F91DE-FD25-40A4-9435-60DFB4EA2EEB}" type="slidenum">
              <a:rPr lang="en-GB" smtClean="0"/>
              <a:t>6</a:t>
            </a:fld>
            <a:endParaRPr lang="en-GB"/>
          </a:p>
        </p:txBody>
      </p:sp>
    </p:spTree>
    <p:extLst>
      <p:ext uri="{BB962C8B-B14F-4D97-AF65-F5344CB8AC3E}">
        <p14:creationId xmlns:p14="http://schemas.microsoft.com/office/powerpoint/2010/main" val="34023506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D1F91DE-FD25-40A4-9435-60DFB4EA2EEB}" type="slidenum">
              <a:rPr lang="en-GB" smtClean="0"/>
              <a:t>11</a:t>
            </a:fld>
            <a:endParaRPr lang="en-GB"/>
          </a:p>
        </p:txBody>
      </p:sp>
    </p:spTree>
    <p:extLst>
      <p:ext uri="{BB962C8B-B14F-4D97-AF65-F5344CB8AC3E}">
        <p14:creationId xmlns:p14="http://schemas.microsoft.com/office/powerpoint/2010/main" val="22311062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5C953-08DC-9690-E231-DDB4034DB6A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C987844F-092C-10B2-BE0B-7F7AA3A158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E1B52890-D1AD-602B-B27C-74DAB52604A0}"/>
              </a:ext>
            </a:extLst>
          </p:cNvPr>
          <p:cNvSpPr>
            <a:spLocks noGrp="1"/>
          </p:cNvSpPr>
          <p:nvPr>
            <p:ph type="dt" sz="half" idx="10"/>
          </p:nvPr>
        </p:nvSpPr>
        <p:spPr/>
        <p:txBody>
          <a:bodyPr/>
          <a:lstStyle/>
          <a:p>
            <a:fld id="{189D2ACA-681C-43EF-A48E-FC1C136B6D26}" type="datetimeFigureOut">
              <a:rPr lang="en-GB" smtClean="0"/>
              <a:t>19/12/2025</a:t>
            </a:fld>
            <a:endParaRPr lang="en-GB"/>
          </a:p>
        </p:txBody>
      </p:sp>
      <p:sp>
        <p:nvSpPr>
          <p:cNvPr id="5" name="Footer Placeholder 4">
            <a:extLst>
              <a:ext uri="{FF2B5EF4-FFF2-40B4-BE49-F238E27FC236}">
                <a16:creationId xmlns:a16="http://schemas.microsoft.com/office/drawing/2014/main" id="{89C4CFCC-9C3D-3261-9054-A65A2057018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6CF1EA5-5C04-1F54-E3D8-2AA0C7162C34}"/>
              </a:ext>
            </a:extLst>
          </p:cNvPr>
          <p:cNvSpPr>
            <a:spLocks noGrp="1"/>
          </p:cNvSpPr>
          <p:nvPr>
            <p:ph type="sldNum" sz="quarter" idx="12"/>
          </p:nvPr>
        </p:nvSpPr>
        <p:spPr/>
        <p:txBody>
          <a:bodyPr/>
          <a:lstStyle/>
          <a:p>
            <a:fld id="{F7E63829-33B0-44A4-AFFF-329403650AEE}" type="slidenum">
              <a:rPr lang="en-GB" smtClean="0"/>
              <a:t>‹#›</a:t>
            </a:fld>
            <a:endParaRPr lang="en-GB"/>
          </a:p>
        </p:txBody>
      </p:sp>
    </p:spTree>
    <p:extLst>
      <p:ext uri="{BB962C8B-B14F-4D97-AF65-F5344CB8AC3E}">
        <p14:creationId xmlns:p14="http://schemas.microsoft.com/office/powerpoint/2010/main" val="2945262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FF608-3C6E-FCD7-5509-9F33CFF5BC0C}"/>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9ED250CF-C3B5-A80F-77D9-FFC07F16789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BCDF919-4745-F806-A967-1BDBA6964410}"/>
              </a:ext>
            </a:extLst>
          </p:cNvPr>
          <p:cNvSpPr>
            <a:spLocks noGrp="1"/>
          </p:cNvSpPr>
          <p:nvPr>
            <p:ph type="dt" sz="half" idx="10"/>
          </p:nvPr>
        </p:nvSpPr>
        <p:spPr/>
        <p:txBody>
          <a:bodyPr/>
          <a:lstStyle/>
          <a:p>
            <a:fld id="{189D2ACA-681C-43EF-A48E-FC1C136B6D26}" type="datetimeFigureOut">
              <a:rPr lang="en-GB" smtClean="0"/>
              <a:t>19/12/2025</a:t>
            </a:fld>
            <a:endParaRPr lang="en-GB"/>
          </a:p>
        </p:txBody>
      </p:sp>
      <p:sp>
        <p:nvSpPr>
          <p:cNvPr id="5" name="Footer Placeholder 4">
            <a:extLst>
              <a:ext uri="{FF2B5EF4-FFF2-40B4-BE49-F238E27FC236}">
                <a16:creationId xmlns:a16="http://schemas.microsoft.com/office/drawing/2014/main" id="{5A37CCBA-9B22-AD47-7DB1-645E1B1211B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527C240-BEE0-8082-3449-C6096C0797D4}"/>
              </a:ext>
            </a:extLst>
          </p:cNvPr>
          <p:cNvSpPr>
            <a:spLocks noGrp="1"/>
          </p:cNvSpPr>
          <p:nvPr>
            <p:ph type="sldNum" sz="quarter" idx="12"/>
          </p:nvPr>
        </p:nvSpPr>
        <p:spPr/>
        <p:txBody>
          <a:bodyPr/>
          <a:lstStyle/>
          <a:p>
            <a:fld id="{F7E63829-33B0-44A4-AFFF-329403650AEE}" type="slidenum">
              <a:rPr lang="en-GB" smtClean="0"/>
              <a:t>‹#›</a:t>
            </a:fld>
            <a:endParaRPr lang="en-GB"/>
          </a:p>
        </p:txBody>
      </p:sp>
    </p:spTree>
    <p:extLst>
      <p:ext uri="{BB962C8B-B14F-4D97-AF65-F5344CB8AC3E}">
        <p14:creationId xmlns:p14="http://schemas.microsoft.com/office/powerpoint/2010/main" val="3720370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F7BA6-99CC-286F-BE20-32680B68C96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7DE4A2AF-C025-4F7A-1148-86AB5F1D83F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6A2E07D-B141-F68B-C0E5-90D33B4B746C}"/>
              </a:ext>
            </a:extLst>
          </p:cNvPr>
          <p:cNvSpPr>
            <a:spLocks noGrp="1"/>
          </p:cNvSpPr>
          <p:nvPr>
            <p:ph type="dt" sz="half" idx="10"/>
          </p:nvPr>
        </p:nvSpPr>
        <p:spPr/>
        <p:txBody>
          <a:bodyPr/>
          <a:lstStyle/>
          <a:p>
            <a:fld id="{189D2ACA-681C-43EF-A48E-FC1C136B6D26}" type="datetimeFigureOut">
              <a:rPr lang="en-GB" smtClean="0"/>
              <a:t>19/12/2025</a:t>
            </a:fld>
            <a:endParaRPr lang="en-GB"/>
          </a:p>
        </p:txBody>
      </p:sp>
      <p:sp>
        <p:nvSpPr>
          <p:cNvPr id="5" name="Footer Placeholder 4">
            <a:extLst>
              <a:ext uri="{FF2B5EF4-FFF2-40B4-BE49-F238E27FC236}">
                <a16:creationId xmlns:a16="http://schemas.microsoft.com/office/drawing/2014/main" id="{CA0AC652-8310-F2ED-B4B1-10C58333BB9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8B01216-3931-57A9-02F8-8FF218C2FEF4}"/>
              </a:ext>
            </a:extLst>
          </p:cNvPr>
          <p:cNvSpPr>
            <a:spLocks noGrp="1"/>
          </p:cNvSpPr>
          <p:nvPr>
            <p:ph type="sldNum" sz="quarter" idx="12"/>
          </p:nvPr>
        </p:nvSpPr>
        <p:spPr/>
        <p:txBody>
          <a:bodyPr/>
          <a:lstStyle/>
          <a:p>
            <a:fld id="{F7E63829-33B0-44A4-AFFF-329403650AEE}" type="slidenum">
              <a:rPr lang="en-GB" smtClean="0"/>
              <a:t>‹#›</a:t>
            </a:fld>
            <a:endParaRPr lang="en-GB"/>
          </a:p>
        </p:txBody>
      </p:sp>
    </p:spTree>
    <p:extLst>
      <p:ext uri="{BB962C8B-B14F-4D97-AF65-F5344CB8AC3E}">
        <p14:creationId xmlns:p14="http://schemas.microsoft.com/office/powerpoint/2010/main" val="37493972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C2B59-63C9-64AD-CA30-C10219275C0E}"/>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CD379C4F-6257-1A7E-D81D-7EBC6BABF97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15C1D4FD-E802-C04C-7080-AC208D91BC5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792D6AB3-15B4-D1D2-C8C0-3992695370D3}"/>
              </a:ext>
            </a:extLst>
          </p:cNvPr>
          <p:cNvSpPr>
            <a:spLocks noGrp="1"/>
          </p:cNvSpPr>
          <p:nvPr>
            <p:ph type="dt" sz="half" idx="10"/>
          </p:nvPr>
        </p:nvSpPr>
        <p:spPr/>
        <p:txBody>
          <a:bodyPr/>
          <a:lstStyle/>
          <a:p>
            <a:fld id="{189D2ACA-681C-43EF-A48E-FC1C136B6D26}" type="datetimeFigureOut">
              <a:rPr lang="en-GB" smtClean="0"/>
              <a:t>19/12/2025</a:t>
            </a:fld>
            <a:endParaRPr lang="en-GB"/>
          </a:p>
        </p:txBody>
      </p:sp>
      <p:sp>
        <p:nvSpPr>
          <p:cNvPr id="6" name="Footer Placeholder 5">
            <a:extLst>
              <a:ext uri="{FF2B5EF4-FFF2-40B4-BE49-F238E27FC236}">
                <a16:creationId xmlns:a16="http://schemas.microsoft.com/office/drawing/2014/main" id="{1565F4B9-527F-F9C1-B43C-03D9550849C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4B6DDD2-74F2-B66E-44F9-456C7F43EBAF}"/>
              </a:ext>
            </a:extLst>
          </p:cNvPr>
          <p:cNvSpPr>
            <a:spLocks noGrp="1"/>
          </p:cNvSpPr>
          <p:nvPr>
            <p:ph type="sldNum" sz="quarter" idx="12"/>
          </p:nvPr>
        </p:nvSpPr>
        <p:spPr/>
        <p:txBody>
          <a:bodyPr/>
          <a:lstStyle/>
          <a:p>
            <a:fld id="{F7E63829-33B0-44A4-AFFF-329403650AEE}" type="slidenum">
              <a:rPr lang="en-GB" smtClean="0"/>
              <a:t>‹#›</a:t>
            </a:fld>
            <a:endParaRPr lang="en-GB"/>
          </a:p>
        </p:txBody>
      </p:sp>
    </p:spTree>
    <p:extLst>
      <p:ext uri="{BB962C8B-B14F-4D97-AF65-F5344CB8AC3E}">
        <p14:creationId xmlns:p14="http://schemas.microsoft.com/office/powerpoint/2010/main" val="2492074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6204C-493C-E463-AA97-B4C0DB18210B}"/>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2E1ED8DE-5EE4-25D8-5E9B-0D5A7BC641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37F9745-72B5-4AC4-9DFD-86A8F27F6F57}"/>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7388E963-ED47-D7FE-6AC7-ADBE528693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5C8A3DA-FF0B-FFEC-D220-D2105348185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870EF48D-77C3-5991-6B3B-FE8D9CC07835}"/>
              </a:ext>
            </a:extLst>
          </p:cNvPr>
          <p:cNvSpPr>
            <a:spLocks noGrp="1"/>
          </p:cNvSpPr>
          <p:nvPr>
            <p:ph type="dt" sz="half" idx="10"/>
          </p:nvPr>
        </p:nvSpPr>
        <p:spPr/>
        <p:txBody>
          <a:bodyPr/>
          <a:lstStyle/>
          <a:p>
            <a:fld id="{189D2ACA-681C-43EF-A48E-FC1C136B6D26}" type="datetimeFigureOut">
              <a:rPr lang="en-GB" smtClean="0"/>
              <a:t>19/12/2025</a:t>
            </a:fld>
            <a:endParaRPr lang="en-GB"/>
          </a:p>
        </p:txBody>
      </p:sp>
      <p:sp>
        <p:nvSpPr>
          <p:cNvPr id="8" name="Footer Placeholder 7">
            <a:extLst>
              <a:ext uri="{FF2B5EF4-FFF2-40B4-BE49-F238E27FC236}">
                <a16:creationId xmlns:a16="http://schemas.microsoft.com/office/drawing/2014/main" id="{46EDE3D1-DC07-A0E7-D218-E5DF66860C46}"/>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E88CD9C-96DD-6A25-C46D-0F4D2D376184}"/>
              </a:ext>
            </a:extLst>
          </p:cNvPr>
          <p:cNvSpPr>
            <a:spLocks noGrp="1"/>
          </p:cNvSpPr>
          <p:nvPr>
            <p:ph type="sldNum" sz="quarter" idx="12"/>
          </p:nvPr>
        </p:nvSpPr>
        <p:spPr/>
        <p:txBody>
          <a:bodyPr/>
          <a:lstStyle/>
          <a:p>
            <a:fld id="{F7E63829-33B0-44A4-AFFF-329403650AEE}" type="slidenum">
              <a:rPr lang="en-GB" smtClean="0"/>
              <a:t>‹#›</a:t>
            </a:fld>
            <a:endParaRPr lang="en-GB"/>
          </a:p>
        </p:txBody>
      </p:sp>
    </p:spTree>
    <p:extLst>
      <p:ext uri="{BB962C8B-B14F-4D97-AF65-F5344CB8AC3E}">
        <p14:creationId xmlns:p14="http://schemas.microsoft.com/office/powerpoint/2010/main" val="34752539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04D5A-D15E-0CC5-0512-C0DF77765F84}"/>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A2486CF8-E0BC-B3FF-8002-A8E7A6F75BED}"/>
              </a:ext>
            </a:extLst>
          </p:cNvPr>
          <p:cNvSpPr>
            <a:spLocks noGrp="1"/>
          </p:cNvSpPr>
          <p:nvPr>
            <p:ph type="dt" sz="half" idx="10"/>
          </p:nvPr>
        </p:nvSpPr>
        <p:spPr/>
        <p:txBody>
          <a:bodyPr/>
          <a:lstStyle/>
          <a:p>
            <a:fld id="{189D2ACA-681C-43EF-A48E-FC1C136B6D26}" type="datetimeFigureOut">
              <a:rPr lang="en-GB" smtClean="0"/>
              <a:t>19/12/2025</a:t>
            </a:fld>
            <a:endParaRPr lang="en-GB"/>
          </a:p>
        </p:txBody>
      </p:sp>
      <p:sp>
        <p:nvSpPr>
          <p:cNvPr id="4" name="Footer Placeholder 3">
            <a:extLst>
              <a:ext uri="{FF2B5EF4-FFF2-40B4-BE49-F238E27FC236}">
                <a16:creationId xmlns:a16="http://schemas.microsoft.com/office/drawing/2014/main" id="{622F7F05-B5D7-3EB9-C578-7B77671ED64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5F87AA2-6DEC-AEE6-CED1-5C691FECE3C4}"/>
              </a:ext>
            </a:extLst>
          </p:cNvPr>
          <p:cNvSpPr>
            <a:spLocks noGrp="1"/>
          </p:cNvSpPr>
          <p:nvPr>
            <p:ph type="sldNum" sz="quarter" idx="12"/>
          </p:nvPr>
        </p:nvSpPr>
        <p:spPr/>
        <p:txBody>
          <a:bodyPr/>
          <a:lstStyle/>
          <a:p>
            <a:fld id="{F7E63829-33B0-44A4-AFFF-329403650AEE}" type="slidenum">
              <a:rPr lang="en-GB" smtClean="0"/>
              <a:t>‹#›</a:t>
            </a:fld>
            <a:endParaRPr lang="en-GB"/>
          </a:p>
        </p:txBody>
      </p:sp>
    </p:spTree>
    <p:extLst>
      <p:ext uri="{BB962C8B-B14F-4D97-AF65-F5344CB8AC3E}">
        <p14:creationId xmlns:p14="http://schemas.microsoft.com/office/powerpoint/2010/main" val="2031656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813632-FFC2-DF34-490D-77B661F32391}"/>
              </a:ext>
            </a:extLst>
          </p:cNvPr>
          <p:cNvSpPr>
            <a:spLocks noGrp="1"/>
          </p:cNvSpPr>
          <p:nvPr>
            <p:ph type="dt" sz="half" idx="10"/>
          </p:nvPr>
        </p:nvSpPr>
        <p:spPr/>
        <p:txBody>
          <a:bodyPr/>
          <a:lstStyle/>
          <a:p>
            <a:fld id="{189D2ACA-681C-43EF-A48E-FC1C136B6D26}" type="datetimeFigureOut">
              <a:rPr lang="en-GB" smtClean="0"/>
              <a:t>19/12/2025</a:t>
            </a:fld>
            <a:endParaRPr lang="en-GB"/>
          </a:p>
        </p:txBody>
      </p:sp>
      <p:sp>
        <p:nvSpPr>
          <p:cNvPr id="3" name="Footer Placeholder 2">
            <a:extLst>
              <a:ext uri="{FF2B5EF4-FFF2-40B4-BE49-F238E27FC236}">
                <a16:creationId xmlns:a16="http://schemas.microsoft.com/office/drawing/2014/main" id="{2795CE45-74FA-07E6-FD5C-494A6031367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550CFF6-2F06-F715-A7B2-D191D8A35D49}"/>
              </a:ext>
            </a:extLst>
          </p:cNvPr>
          <p:cNvSpPr>
            <a:spLocks noGrp="1"/>
          </p:cNvSpPr>
          <p:nvPr>
            <p:ph type="sldNum" sz="quarter" idx="12"/>
          </p:nvPr>
        </p:nvSpPr>
        <p:spPr/>
        <p:txBody>
          <a:bodyPr/>
          <a:lstStyle/>
          <a:p>
            <a:fld id="{F7E63829-33B0-44A4-AFFF-329403650AEE}" type="slidenum">
              <a:rPr lang="en-GB" smtClean="0"/>
              <a:t>‹#›</a:t>
            </a:fld>
            <a:endParaRPr lang="en-GB"/>
          </a:p>
        </p:txBody>
      </p:sp>
    </p:spTree>
    <p:extLst>
      <p:ext uri="{BB962C8B-B14F-4D97-AF65-F5344CB8AC3E}">
        <p14:creationId xmlns:p14="http://schemas.microsoft.com/office/powerpoint/2010/main" val="3050917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1C962-2D27-C4B2-C76F-A755884E8EF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E4E6DAD1-D60C-D5D0-8122-CB5131F721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5157B52C-9960-E5B6-3CF7-63FDF0B57C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27AA173-C386-0ED7-0135-4983B76BEBAE}"/>
              </a:ext>
            </a:extLst>
          </p:cNvPr>
          <p:cNvSpPr>
            <a:spLocks noGrp="1"/>
          </p:cNvSpPr>
          <p:nvPr>
            <p:ph type="dt" sz="half" idx="10"/>
          </p:nvPr>
        </p:nvSpPr>
        <p:spPr/>
        <p:txBody>
          <a:bodyPr/>
          <a:lstStyle/>
          <a:p>
            <a:fld id="{189D2ACA-681C-43EF-A48E-FC1C136B6D26}" type="datetimeFigureOut">
              <a:rPr lang="en-GB" smtClean="0"/>
              <a:t>19/12/2025</a:t>
            </a:fld>
            <a:endParaRPr lang="en-GB"/>
          </a:p>
        </p:txBody>
      </p:sp>
      <p:sp>
        <p:nvSpPr>
          <p:cNvPr id="6" name="Footer Placeholder 5">
            <a:extLst>
              <a:ext uri="{FF2B5EF4-FFF2-40B4-BE49-F238E27FC236}">
                <a16:creationId xmlns:a16="http://schemas.microsoft.com/office/drawing/2014/main" id="{211EECD9-F03D-04B9-58CD-8809CA41D56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0B81616-7431-7F64-C19C-02160352793B}"/>
              </a:ext>
            </a:extLst>
          </p:cNvPr>
          <p:cNvSpPr>
            <a:spLocks noGrp="1"/>
          </p:cNvSpPr>
          <p:nvPr>
            <p:ph type="sldNum" sz="quarter" idx="12"/>
          </p:nvPr>
        </p:nvSpPr>
        <p:spPr/>
        <p:txBody>
          <a:bodyPr/>
          <a:lstStyle/>
          <a:p>
            <a:fld id="{F7E63829-33B0-44A4-AFFF-329403650AEE}" type="slidenum">
              <a:rPr lang="en-GB" smtClean="0"/>
              <a:t>‹#›</a:t>
            </a:fld>
            <a:endParaRPr lang="en-GB"/>
          </a:p>
        </p:txBody>
      </p:sp>
    </p:spTree>
    <p:extLst>
      <p:ext uri="{BB962C8B-B14F-4D97-AF65-F5344CB8AC3E}">
        <p14:creationId xmlns:p14="http://schemas.microsoft.com/office/powerpoint/2010/main" val="22319642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2A03D-3D58-628E-667D-08F35F7DF98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D248BCD7-57DB-F2C4-CBB5-B63243D9D7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DB0010C-E0C4-5A6A-AE71-0E969C7F2A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72B09AB-223B-0203-D088-C0351EEA1998}"/>
              </a:ext>
            </a:extLst>
          </p:cNvPr>
          <p:cNvSpPr>
            <a:spLocks noGrp="1"/>
          </p:cNvSpPr>
          <p:nvPr>
            <p:ph type="dt" sz="half" idx="10"/>
          </p:nvPr>
        </p:nvSpPr>
        <p:spPr/>
        <p:txBody>
          <a:bodyPr/>
          <a:lstStyle/>
          <a:p>
            <a:fld id="{189D2ACA-681C-43EF-A48E-FC1C136B6D26}" type="datetimeFigureOut">
              <a:rPr lang="en-GB" smtClean="0"/>
              <a:t>19/12/2025</a:t>
            </a:fld>
            <a:endParaRPr lang="en-GB"/>
          </a:p>
        </p:txBody>
      </p:sp>
      <p:sp>
        <p:nvSpPr>
          <p:cNvPr id="6" name="Footer Placeholder 5">
            <a:extLst>
              <a:ext uri="{FF2B5EF4-FFF2-40B4-BE49-F238E27FC236}">
                <a16:creationId xmlns:a16="http://schemas.microsoft.com/office/drawing/2014/main" id="{54F8BCC5-7738-BDFE-FF89-E3CA287BD09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5798D13-EFEF-A0D1-A39E-057D3802C16C}"/>
              </a:ext>
            </a:extLst>
          </p:cNvPr>
          <p:cNvSpPr>
            <a:spLocks noGrp="1"/>
          </p:cNvSpPr>
          <p:nvPr>
            <p:ph type="sldNum" sz="quarter" idx="12"/>
          </p:nvPr>
        </p:nvSpPr>
        <p:spPr/>
        <p:txBody>
          <a:bodyPr/>
          <a:lstStyle/>
          <a:p>
            <a:fld id="{F7E63829-33B0-44A4-AFFF-329403650AEE}" type="slidenum">
              <a:rPr lang="en-GB" smtClean="0"/>
              <a:t>‹#›</a:t>
            </a:fld>
            <a:endParaRPr lang="en-GB"/>
          </a:p>
        </p:txBody>
      </p:sp>
    </p:spTree>
    <p:extLst>
      <p:ext uri="{BB962C8B-B14F-4D97-AF65-F5344CB8AC3E}">
        <p14:creationId xmlns:p14="http://schemas.microsoft.com/office/powerpoint/2010/main" val="726377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0CD26-5D9E-6C4B-58A4-AA90B7B02A9F}"/>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C0F76288-307E-F0AC-DCEB-AC5766F10F9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4DDD23B-518A-FC2F-3D93-8E41AA4E2EC5}"/>
              </a:ext>
            </a:extLst>
          </p:cNvPr>
          <p:cNvSpPr>
            <a:spLocks noGrp="1"/>
          </p:cNvSpPr>
          <p:nvPr>
            <p:ph type="dt" sz="half" idx="10"/>
          </p:nvPr>
        </p:nvSpPr>
        <p:spPr/>
        <p:txBody>
          <a:bodyPr/>
          <a:lstStyle/>
          <a:p>
            <a:fld id="{189D2ACA-681C-43EF-A48E-FC1C136B6D26}" type="datetimeFigureOut">
              <a:rPr lang="en-GB" smtClean="0"/>
              <a:t>19/12/2025</a:t>
            </a:fld>
            <a:endParaRPr lang="en-GB"/>
          </a:p>
        </p:txBody>
      </p:sp>
      <p:sp>
        <p:nvSpPr>
          <p:cNvPr id="5" name="Footer Placeholder 4">
            <a:extLst>
              <a:ext uri="{FF2B5EF4-FFF2-40B4-BE49-F238E27FC236}">
                <a16:creationId xmlns:a16="http://schemas.microsoft.com/office/drawing/2014/main" id="{3EF8D38A-598A-7872-2863-B972FDD6A33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165F699-1091-4816-D65E-8A96494F38B6}"/>
              </a:ext>
            </a:extLst>
          </p:cNvPr>
          <p:cNvSpPr>
            <a:spLocks noGrp="1"/>
          </p:cNvSpPr>
          <p:nvPr>
            <p:ph type="sldNum" sz="quarter" idx="12"/>
          </p:nvPr>
        </p:nvSpPr>
        <p:spPr/>
        <p:txBody>
          <a:bodyPr/>
          <a:lstStyle/>
          <a:p>
            <a:fld id="{F7E63829-33B0-44A4-AFFF-329403650AEE}" type="slidenum">
              <a:rPr lang="en-GB" smtClean="0"/>
              <a:t>‹#›</a:t>
            </a:fld>
            <a:endParaRPr lang="en-GB"/>
          </a:p>
        </p:txBody>
      </p:sp>
    </p:spTree>
    <p:extLst>
      <p:ext uri="{BB962C8B-B14F-4D97-AF65-F5344CB8AC3E}">
        <p14:creationId xmlns:p14="http://schemas.microsoft.com/office/powerpoint/2010/main" val="1658916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BAC647-AEA6-2B24-DBC2-2D861F337BC5}"/>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474FDC2D-6698-8A32-1300-1A7CEF06437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A46C43E-940B-4D4B-0B98-242C302604BE}"/>
              </a:ext>
            </a:extLst>
          </p:cNvPr>
          <p:cNvSpPr>
            <a:spLocks noGrp="1"/>
          </p:cNvSpPr>
          <p:nvPr>
            <p:ph type="dt" sz="half" idx="10"/>
          </p:nvPr>
        </p:nvSpPr>
        <p:spPr/>
        <p:txBody>
          <a:bodyPr/>
          <a:lstStyle/>
          <a:p>
            <a:fld id="{189D2ACA-681C-43EF-A48E-FC1C136B6D26}" type="datetimeFigureOut">
              <a:rPr lang="en-GB" smtClean="0"/>
              <a:t>19/12/2025</a:t>
            </a:fld>
            <a:endParaRPr lang="en-GB"/>
          </a:p>
        </p:txBody>
      </p:sp>
      <p:sp>
        <p:nvSpPr>
          <p:cNvPr id="5" name="Footer Placeholder 4">
            <a:extLst>
              <a:ext uri="{FF2B5EF4-FFF2-40B4-BE49-F238E27FC236}">
                <a16:creationId xmlns:a16="http://schemas.microsoft.com/office/drawing/2014/main" id="{93BFC29B-504A-D28D-D16C-B56F604A6A7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21CA642-8F9C-FD1C-D8B8-46090F6C316D}"/>
              </a:ext>
            </a:extLst>
          </p:cNvPr>
          <p:cNvSpPr>
            <a:spLocks noGrp="1"/>
          </p:cNvSpPr>
          <p:nvPr>
            <p:ph type="sldNum" sz="quarter" idx="12"/>
          </p:nvPr>
        </p:nvSpPr>
        <p:spPr/>
        <p:txBody>
          <a:bodyPr/>
          <a:lstStyle/>
          <a:p>
            <a:fld id="{F7E63829-33B0-44A4-AFFF-329403650AEE}" type="slidenum">
              <a:rPr lang="en-GB" smtClean="0"/>
              <a:t>‹#›</a:t>
            </a:fld>
            <a:endParaRPr lang="en-GB"/>
          </a:p>
        </p:txBody>
      </p:sp>
    </p:spTree>
    <p:extLst>
      <p:ext uri="{BB962C8B-B14F-4D97-AF65-F5344CB8AC3E}">
        <p14:creationId xmlns:p14="http://schemas.microsoft.com/office/powerpoint/2010/main" val="21339723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3009E4-F7A1-DBE3-4F0E-93E726DF53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407449EC-09CD-D632-1326-A9B22295ED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BF4EB1C-75D1-0554-076D-790A5AC677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89D2ACA-681C-43EF-A48E-FC1C136B6D26}" type="datetimeFigureOut">
              <a:rPr lang="en-GB" smtClean="0"/>
              <a:t>19/12/2025</a:t>
            </a:fld>
            <a:endParaRPr lang="en-GB"/>
          </a:p>
        </p:txBody>
      </p:sp>
      <p:sp>
        <p:nvSpPr>
          <p:cNvPr id="5" name="Footer Placeholder 4">
            <a:extLst>
              <a:ext uri="{FF2B5EF4-FFF2-40B4-BE49-F238E27FC236}">
                <a16:creationId xmlns:a16="http://schemas.microsoft.com/office/drawing/2014/main" id="{A0C929FD-2A10-D292-2CFF-122B87C568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75AC152C-5F86-1DED-F47A-7DB397441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7E63829-33B0-44A4-AFFF-329403650AEE}" type="slidenum">
              <a:rPr lang="en-GB" smtClean="0"/>
              <a:t>‹#›</a:t>
            </a:fld>
            <a:endParaRPr lang="en-GB"/>
          </a:p>
        </p:txBody>
      </p:sp>
    </p:spTree>
    <p:extLst>
      <p:ext uri="{BB962C8B-B14F-4D97-AF65-F5344CB8AC3E}">
        <p14:creationId xmlns:p14="http://schemas.microsoft.com/office/powerpoint/2010/main" val="42779314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openxmlformats.org/officeDocument/2006/relationships/hyperlink" Target="https://www.statista.com/outlook/cmo/smart-home/worldwide" TargetMode="External"/><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www.kenresearch.com/middle-east-smart-home-services-market" TargetMode="Externa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1D3E39-6B00-4610-3903-6138F758827F}"/>
              </a:ext>
            </a:extLst>
          </p:cNvPr>
          <p:cNvSpPr>
            <a:spLocks noGrp="1"/>
          </p:cNvSpPr>
          <p:nvPr>
            <p:ph type="ctrTitle"/>
          </p:nvPr>
        </p:nvSpPr>
        <p:spPr>
          <a:xfrm>
            <a:off x="643468" y="643467"/>
            <a:ext cx="4620584" cy="4567137"/>
          </a:xfrm>
        </p:spPr>
        <p:txBody>
          <a:bodyPr>
            <a:normAutofit/>
          </a:bodyPr>
          <a:lstStyle/>
          <a:p>
            <a:pPr algn="l"/>
            <a:r>
              <a:rPr lang="en-US" sz="4400" dirty="0"/>
              <a:t>IoT Smart Home System with AI Decision Making</a:t>
            </a:r>
            <a:endParaRPr lang="en-GB" sz="4400" dirty="0"/>
          </a:p>
        </p:txBody>
      </p:sp>
      <p:sp>
        <p:nvSpPr>
          <p:cNvPr id="3" name="Subtitle 2">
            <a:extLst>
              <a:ext uri="{FF2B5EF4-FFF2-40B4-BE49-F238E27FC236}">
                <a16:creationId xmlns:a16="http://schemas.microsoft.com/office/drawing/2014/main" id="{C306D7C3-6EB7-2A13-C7E2-D62AB5DAADE9}"/>
              </a:ext>
            </a:extLst>
          </p:cNvPr>
          <p:cNvSpPr>
            <a:spLocks noGrp="1"/>
          </p:cNvSpPr>
          <p:nvPr>
            <p:ph type="subTitle" idx="1"/>
          </p:nvPr>
        </p:nvSpPr>
        <p:spPr>
          <a:xfrm>
            <a:off x="643467" y="5277684"/>
            <a:ext cx="4620584" cy="775494"/>
          </a:xfrm>
        </p:spPr>
        <p:txBody>
          <a:bodyPr>
            <a:normAutofit/>
          </a:bodyPr>
          <a:lstStyle/>
          <a:p>
            <a:pPr algn="l"/>
            <a:r>
              <a:rPr lang="en-US"/>
              <a:t>Ala’aldin Odeh &amp; Mousa Ziadeh</a:t>
            </a:r>
            <a:endParaRPr lang="en-GB"/>
          </a:p>
        </p:txBody>
      </p:sp>
      <p:pic>
        <p:nvPicPr>
          <p:cNvPr id="5" name="Picture 4" descr="A midsection of a person holding a miniature house">
            <a:extLst>
              <a:ext uri="{FF2B5EF4-FFF2-40B4-BE49-F238E27FC236}">
                <a16:creationId xmlns:a16="http://schemas.microsoft.com/office/drawing/2014/main" id="{A990E692-A65C-6222-0013-58CF5E0C0D41}"/>
              </a:ext>
            </a:extLst>
          </p:cNvPr>
          <p:cNvPicPr>
            <a:picLocks noChangeAspect="1"/>
          </p:cNvPicPr>
          <p:nvPr/>
        </p:nvPicPr>
        <p:blipFill>
          <a:blip r:embed="rId2"/>
          <a:srcRect l="23329" r="21895" b="-1"/>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0642943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26E96-3135-87E2-4F07-E95D0DC55EC2}"/>
              </a:ext>
            </a:extLst>
          </p:cNvPr>
          <p:cNvSpPr>
            <a:spLocks noGrp="1"/>
          </p:cNvSpPr>
          <p:nvPr>
            <p:ph type="title"/>
          </p:nvPr>
        </p:nvSpPr>
        <p:spPr/>
        <p:txBody>
          <a:bodyPr/>
          <a:lstStyle/>
          <a:p>
            <a:r>
              <a:rPr lang="en-US" dirty="0"/>
              <a:t>Smart Home Statistics</a:t>
            </a:r>
            <a:br>
              <a:rPr lang="en-US" dirty="0"/>
            </a:br>
            <a:r>
              <a:rPr lang="en-US" dirty="0"/>
              <a:t>Global Market</a:t>
            </a:r>
            <a:endParaRPr lang="en-GB" dirty="0"/>
          </a:p>
        </p:txBody>
      </p:sp>
      <p:sp>
        <p:nvSpPr>
          <p:cNvPr id="14" name="TextBox 13">
            <a:extLst>
              <a:ext uri="{FF2B5EF4-FFF2-40B4-BE49-F238E27FC236}">
                <a16:creationId xmlns:a16="http://schemas.microsoft.com/office/drawing/2014/main" id="{67A6B157-0851-9F39-18EC-E560DDC38185}"/>
              </a:ext>
            </a:extLst>
          </p:cNvPr>
          <p:cNvSpPr txBox="1"/>
          <p:nvPr/>
        </p:nvSpPr>
        <p:spPr>
          <a:xfrm>
            <a:off x="838200" y="1690688"/>
            <a:ext cx="10515600" cy="369332"/>
          </a:xfrm>
          <a:prstGeom prst="rect">
            <a:avLst/>
          </a:prstGeom>
          <a:noFill/>
        </p:spPr>
        <p:txBody>
          <a:bodyPr wrap="square">
            <a:spAutoFit/>
          </a:bodyPr>
          <a:lstStyle/>
          <a:p>
            <a:r>
              <a:rPr lang="en-GB" b="1" dirty="0"/>
              <a:t>Adoption and Penetration by Country</a:t>
            </a:r>
          </a:p>
        </p:txBody>
      </p:sp>
      <p:graphicFrame>
        <p:nvGraphicFramePr>
          <p:cNvPr id="15" name="Diagram 14">
            <a:extLst>
              <a:ext uri="{FF2B5EF4-FFF2-40B4-BE49-F238E27FC236}">
                <a16:creationId xmlns:a16="http://schemas.microsoft.com/office/drawing/2014/main" id="{4A109A2F-8223-031B-AE4A-513CAC0D7346}"/>
              </a:ext>
            </a:extLst>
          </p:cNvPr>
          <p:cNvGraphicFramePr/>
          <p:nvPr>
            <p:extLst>
              <p:ext uri="{D42A27DB-BD31-4B8C-83A1-F6EECF244321}">
                <p14:modId xmlns:p14="http://schemas.microsoft.com/office/powerpoint/2010/main" val="2607637030"/>
              </p:ext>
            </p:extLst>
          </p:nvPr>
        </p:nvGraphicFramePr>
        <p:xfrm>
          <a:off x="571500" y="2060019"/>
          <a:ext cx="11498580" cy="40321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01148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A7914-BBF0-436A-C7C8-714267490E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5D7BB2-B680-C406-EC98-3C087C364F91}"/>
              </a:ext>
            </a:extLst>
          </p:cNvPr>
          <p:cNvSpPr>
            <a:spLocks noGrp="1"/>
          </p:cNvSpPr>
          <p:nvPr>
            <p:ph type="title"/>
          </p:nvPr>
        </p:nvSpPr>
        <p:spPr/>
        <p:txBody>
          <a:bodyPr/>
          <a:lstStyle/>
          <a:p>
            <a:r>
              <a:rPr lang="en-US" dirty="0"/>
              <a:t>Smart Home Statistics</a:t>
            </a:r>
            <a:br>
              <a:rPr lang="en-US" dirty="0"/>
            </a:br>
            <a:r>
              <a:rPr lang="en-US" dirty="0"/>
              <a:t>Global Market</a:t>
            </a:r>
            <a:endParaRPr lang="en-GB" dirty="0"/>
          </a:p>
        </p:txBody>
      </p:sp>
      <p:sp>
        <p:nvSpPr>
          <p:cNvPr id="14" name="TextBox 13">
            <a:extLst>
              <a:ext uri="{FF2B5EF4-FFF2-40B4-BE49-F238E27FC236}">
                <a16:creationId xmlns:a16="http://schemas.microsoft.com/office/drawing/2014/main" id="{62CE9289-006B-AC53-DB3E-38B0B49E3F9F}"/>
              </a:ext>
            </a:extLst>
          </p:cNvPr>
          <p:cNvSpPr txBox="1"/>
          <p:nvPr/>
        </p:nvSpPr>
        <p:spPr>
          <a:xfrm>
            <a:off x="838200" y="1847347"/>
            <a:ext cx="10515600" cy="369332"/>
          </a:xfrm>
          <a:prstGeom prst="rect">
            <a:avLst/>
          </a:prstGeom>
          <a:noFill/>
        </p:spPr>
        <p:txBody>
          <a:bodyPr wrap="square">
            <a:spAutoFit/>
          </a:bodyPr>
          <a:lstStyle/>
          <a:p>
            <a:r>
              <a:rPr lang="en-GB" b="1" dirty="0"/>
              <a:t>Market Trends and Segments (2025)</a:t>
            </a:r>
          </a:p>
        </p:txBody>
      </p:sp>
      <p:graphicFrame>
        <p:nvGraphicFramePr>
          <p:cNvPr id="3" name="Diagram 2">
            <a:extLst>
              <a:ext uri="{FF2B5EF4-FFF2-40B4-BE49-F238E27FC236}">
                <a16:creationId xmlns:a16="http://schemas.microsoft.com/office/drawing/2014/main" id="{386E1698-7E0B-CB0F-68AF-D5D1185AAF81}"/>
              </a:ext>
            </a:extLst>
          </p:cNvPr>
          <p:cNvGraphicFramePr/>
          <p:nvPr>
            <p:extLst>
              <p:ext uri="{D42A27DB-BD31-4B8C-83A1-F6EECF244321}">
                <p14:modId xmlns:p14="http://schemas.microsoft.com/office/powerpoint/2010/main" val="1169913038"/>
              </p:ext>
            </p:extLst>
          </p:nvPr>
        </p:nvGraphicFramePr>
        <p:xfrm>
          <a:off x="735330" y="2373338"/>
          <a:ext cx="10721340" cy="37033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45BDF8A1-9499-3A6F-D2C6-8F8C0B594890}"/>
              </a:ext>
            </a:extLst>
          </p:cNvPr>
          <p:cNvSpPr txBox="1"/>
          <p:nvPr/>
        </p:nvSpPr>
        <p:spPr>
          <a:xfrm>
            <a:off x="735330" y="6064040"/>
            <a:ext cx="8580120" cy="338554"/>
          </a:xfrm>
          <a:prstGeom prst="rect">
            <a:avLst/>
          </a:prstGeom>
          <a:noFill/>
        </p:spPr>
        <p:txBody>
          <a:bodyPr wrap="square">
            <a:spAutoFit/>
          </a:bodyPr>
          <a:lstStyle/>
          <a:p>
            <a:r>
              <a:rPr lang="en-GB" sz="1600" dirty="0">
                <a:hlinkClick r:id="rId8"/>
              </a:rPr>
              <a:t>https://www.statista.com/outlook/cmo/smart-home/worldwide</a:t>
            </a:r>
            <a:r>
              <a:rPr lang="en-GB" sz="1600" dirty="0"/>
              <a:t> </a:t>
            </a:r>
          </a:p>
        </p:txBody>
      </p:sp>
    </p:spTree>
    <p:extLst>
      <p:ext uri="{BB962C8B-B14F-4D97-AF65-F5344CB8AC3E}">
        <p14:creationId xmlns:p14="http://schemas.microsoft.com/office/powerpoint/2010/main" val="27202564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ED7D1-DD67-9FE0-9007-23A393C970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73FE2-4728-B679-7AF4-5A224A1ACEB2}"/>
              </a:ext>
            </a:extLst>
          </p:cNvPr>
          <p:cNvSpPr>
            <a:spLocks noGrp="1"/>
          </p:cNvSpPr>
          <p:nvPr>
            <p:ph type="title"/>
          </p:nvPr>
        </p:nvSpPr>
        <p:spPr/>
        <p:txBody>
          <a:bodyPr/>
          <a:lstStyle/>
          <a:p>
            <a:r>
              <a:rPr lang="en-US" dirty="0"/>
              <a:t>Smart Home Statistics</a:t>
            </a:r>
            <a:br>
              <a:rPr lang="en-US" dirty="0"/>
            </a:br>
            <a:r>
              <a:rPr lang="en-US" dirty="0"/>
              <a:t>Middle East</a:t>
            </a:r>
            <a:endParaRPr lang="en-GB" dirty="0"/>
          </a:p>
        </p:txBody>
      </p:sp>
      <p:pic>
        <p:nvPicPr>
          <p:cNvPr id="4" name="Picture 3" descr="Middle East Smart Home Services Market Size">
            <a:extLst>
              <a:ext uri="{FF2B5EF4-FFF2-40B4-BE49-F238E27FC236}">
                <a16:creationId xmlns:a16="http://schemas.microsoft.com/office/drawing/2014/main" id="{614AD518-D9F9-BB1A-D4CE-ECD16034F91C}"/>
              </a:ext>
            </a:extLst>
          </p:cNvPr>
          <p:cNvPicPr>
            <a:picLocks noChangeAspect="1"/>
          </p:cNvPicPr>
          <p:nvPr/>
        </p:nvPicPr>
        <p:blipFill>
          <a:blip r:embed="rId3"/>
          <a:stretch>
            <a:fillRect/>
          </a:stretch>
        </p:blipFill>
        <p:spPr>
          <a:xfrm>
            <a:off x="480392" y="2276058"/>
            <a:ext cx="4040640" cy="3001618"/>
          </a:xfrm>
          <a:prstGeom prst="rect">
            <a:avLst/>
          </a:prstGeom>
        </p:spPr>
      </p:pic>
      <p:pic>
        <p:nvPicPr>
          <p:cNvPr id="5" name="Picture 4" descr="Selected">
            <a:extLst>
              <a:ext uri="{FF2B5EF4-FFF2-40B4-BE49-F238E27FC236}">
                <a16:creationId xmlns:a16="http://schemas.microsoft.com/office/drawing/2014/main" id="{84991758-A9B0-F518-5003-FE023B8D6EA5}"/>
              </a:ext>
            </a:extLst>
          </p:cNvPr>
          <p:cNvPicPr>
            <a:picLocks noChangeAspect="1"/>
          </p:cNvPicPr>
          <p:nvPr/>
        </p:nvPicPr>
        <p:blipFill>
          <a:blip r:embed="rId4"/>
          <a:stretch>
            <a:fillRect/>
          </a:stretch>
        </p:blipFill>
        <p:spPr>
          <a:xfrm>
            <a:off x="4526028" y="1709528"/>
            <a:ext cx="3065969" cy="4134678"/>
          </a:xfrm>
          <a:prstGeom prst="rect">
            <a:avLst/>
          </a:prstGeom>
        </p:spPr>
      </p:pic>
      <p:pic>
        <p:nvPicPr>
          <p:cNvPr id="6" name="Picture 5" descr="Selected">
            <a:extLst>
              <a:ext uri="{FF2B5EF4-FFF2-40B4-BE49-F238E27FC236}">
                <a16:creationId xmlns:a16="http://schemas.microsoft.com/office/drawing/2014/main" id="{CA7BFA27-D86D-D04B-600D-95BF6CF2B7B5}"/>
              </a:ext>
            </a:extLst>
          </p:cNvPr>
          <p:cNvPicPr>
            <a:picLocks noChangeAspect="1"/>
          </p:cNvPicPr>
          <p:nvPr/>
        </p:nvPicPr>
        <p:blipFill>
          <a:blip r:embed="rId5"/>
          <a:stretch>
            <a:fillRect/>
          </a:stretch>
        </p:blipFill>
        <p:spPr>
          <a:xfrm>
            <a:off x="8079017" y="2146435"/>
            <a:ext cx="3708746" cy="3131241"/>
          </a:xfrm>
          <a:prstGeom prst="rect">
            <a:avLst/>
          </a:prstGeom>
        </p:spPr>
      </p:pic>
      <p:sp>
        <p:nvSpPr>
          <p:cNvPr id="8" name="TextBox 7">
            <a:extLst>
              <a:ext uri="{FF2B5EF4-FFF2-40B4-BE49-F238E27FC236}">
                <a16:creationId xmlns:a16="http://schemas.microsoft.com/office/drawing/2014/main" id="{BF60FBF7-F883-7C12-6EC4-5885AFCC2C80}"/>
              </a:ext>
            </a:extLst>
          </p:cNvPr>
          <p:cNvSpPr txBox="1"/>
          <p:nvPr/>
        </p:nvSpPr>
        <p:spPr>
          <a:xfrm>
            <a:off x="480392" y="6299953"/>
            <a:ext cx="8400718" cy="276999"/>
          </a:xfrm>
          <a:prstGeom prst="rect">
            <a:avLst/>
          </a:prstGeom>
          <a:noFill/>
        </p:spPr>
        <p:txBody>
          <a:bodyPr wrap="square">
            <a:spAutoFit/>
          </a:bodyPr>
          <a:lstStyle/>
          <a:p>
            <a:r>
              <a:rPr lang="en-GB" sz="1200" dirty="0">
                <a:hlinkClick r:id="rId6"/>
              </a:rPr>
              <a:t>https://www.kenresearch.com/middle-east-smart-home-services-market</a:t>
            </a:r>
            <a:r>
              <a:rPr lang="en-GB" sz="1200" dirty="0"/>
              <a:t> </a:t>
            </a:r>
          </a:p>
        </p:txBody>
      </p:sp>
    </p:spTree>
    <p:extLst>
      <p:ext uri="{BB962C8B-B14F-4D97-AF65-F5344CB8AC3E}">
        <p14:creationId xmlns:p14="http://schemas.microsoft.com/office/powerpoint/2010/main" val="511651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F0404-7F72-F43C-B5DF-32ABEAE32C99}"/>
              </a:ext>
            </a:extLst>
          </p:cNvPr>
          <p:cNvSpPr>
            <a:spLocks noGrp="1"/>
          </p:cNvSpPr>
          <p:nvPr>
            <p:ph type="title"/>
          </p:nvPr>
        </p:nvSpPr>
        <p:spPr/>
        <p:txBody>
          <a:bodyPr/>
          <a:lstStyle/>
          <a:p>
            <a:r>
              <a:rPr lang="en-US" dirty="0"/>
              <a:t>Smart Home Statistics</a:t>
            </a:r>
            <a:br>
              <a:rPr lang="en-US" dirty="0"/>
            </a:br>
            <a:r>
              <a:rPr lang="en-US" dirty="0"/>
              <a:t>Middle East – Growth Drivers</a:t>
            </a:r>
            <a:endParaRPr lang="en-GB" dirty="0"/>
          </a:p>
        </p:txBody>
      </p:sp>
      <p:graphicFrame>
        <p:nvGraphicFramePr>
          <p:cNvPr id="5" name="Content Placeholder 2">
            <a:extLst>
              <a:ext uri="{FF2B5EF4-FFF2-40B4-BE49-F238E27FC236}">
                <a16:creationId xmlns:a16="http://schemas.microsoft.com/office/drawing/2014/main" id="{235A10B0-EC5E-57EF-930A-0B519F89C6DD}"/>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50891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49D6A-1030-B216-9442-B669B1A017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71908C-6B7E-CC58-5407-12A8446259F8}"/>
              </a:ext>
            </a:extLst>
          </p:cNvPr>
          <p:cNvSpPr>
            <a:spLocks noGrp="1"/>
          </p:cNvSpPr>
          <p:nvPr>
            <p:ph type="title"/>
          </p:nvPr>
        </p:nvSpPr>
        <p:spPr/>
        <p:txBody>
          <a:bodyPr/>
          <a:lstStyle/>
          <a:p>
            <a:r>
              <a:rPr lang="en-US" dirty="0"/>
              <a:t>Smart Home Statistics</a:t>
            </a:r>
            <a:br>
              <a:rPr lang="en-US" dirty="0"/>
            </a:br>
            <a:r>
              <a:rPr lang="en-US" dirty="0"/>
              <a:t>Middle East – Main Challenges</a:t>
            </a:r>
            <a:endParaRPr lang="en-GB" dirty="0"/>
          </a:p>
        </p:txBody>
      </p:sp>
      <p:graphicFrame>
        <p:nvGraphicFramePr>
          <p:cNvPr id="6" name="Content Placeholder 3">
            <a:extLst>
              <a:ext uri="{FF2B5EF4-FFF2-40B4-BE49-F238E27FC236}">
                <a16:creationId xmlns:a16="http://schemas.microsoft.com/office/drawing/2014/main" id="{F52E32D7-F94E-AAB4-6BC2-17D9D8FE6AE5}"/>
              </a:ext>
            </a:extLst>
          </p:cNvPr>
          <p:cNvGraphicFramePr>
            <a:graphicFrameLocks noGrp="1"/>
          </p:cNvGraphicFramePr>
          <p:nvPr>
            <p:ph idx="1"/>
            <p:extLst>
              <p:ext uri="{D42A27DB-BD31-4B8C-83A1-F6EECF244321}">
                <p14:modId xmlns:p14="http://schemas.microsoft.com/office/powerpoint/2010/main" val="3481418549"/>
              </p:ext>
            </p:extLst>
          </p:nvPr>
        </p:nvGraphicFramePr>
        <p:xfrm>
          <a:off x="1064622" y="2388869"/>
          <a:ext cx="1037844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46915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D00D7-4048-4DE9-A99A-9B71810D80C9}"/>
              </a:ext>
            </a:extLst>
          </p:cNvPr>
          <p:cNvSpPr>
            <a:spLocks noGrp="1"/>
          </p:cNvSpPr>
          <p:nvPr>
            <p:ph type="title"/>
          </p:nvPr>
        </p:nvSpPr>
        <p:spPr/>
        <p:txBody>
          <a:bodyPr/>
          <a:lstStyle/>
          <a:p>
            <a:r>
              <a:rPr lang="en-US"/>
              <a:t>Main System Features</a:t>
            </a:r>
            <a:endParaRPr lang="en-GB" dirty="0"/>
          </a:p>
        </p:txBody>
      </p:sp>
      <p:graphicFrame>
        <p:nvGraphicFramePr>
          <p:cNvPr id="7" name="Content Placeholder 3">
            <a:extLst>
              <a:ext uri="{FF2B5EF4-FFF2-40B4-BE49-F238E27FC236}">
                <a16:creationId xmlns:a16="http://schemas.microsoft.com/office/drawing/2014/main" id="{61E549C2-C328-1951-9776-617B16FF71DA}"/>
              </a:ext>
            </a:extLst>
          </p:cNvPr>
          <p:cNvGraphicFramePr>
            <a:graphicFrameLocks noGrp="1"/>
          </p:cNvGraphicFramePr>
          <p:nvPr>
            <p:ph idx="1"/>
            <p:extLst>
              <p:ext uri="{D42A27DB-BD31-4B8C-83A1-F6EECF244321}">
                <p14:modId xmlns:p14="http://schemas.microsoft.com/office/powerpoint/2010/main" val="2845884347"/>
              </p:ext>
            </p:extLst>
          </p:nvPr>
        </p:nvGraphicFramePr>
        <p:xfrm>
          <a:off x="425971" y="1690688"/>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75340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F2A05-15AB-3C14-B4DC-F7EA5BE50EE9}"/>
              </a:ext>
            </a:extLst>
          </p:cNvPr>
          <p:cNvSpPr>
            <a:spLocks noGrp="1"/>
          </p:cNvSpPr>
          <p:nvPr>
            <p:ph type="title"/>
          </p:nvPr>
        </p:nvSpPr>
        <p:spPr/>
        <p:txBody>
          <a:bodyPr/>
          <a:lstStyle/>
          <a:p>
            <a:r>
              <a:rPr lang="en-US" dirty="0"/>
              <a:t>System Architecture</a:t>
            </a:r>
            <a:endParaRPr lang="en-GB" dirty="0"/>
          </a:p>
        </p:txBody>
      </p:sp>
      <p:pic>
        <p:nvPicPr>
          <p:cNvPr id="5" name="Picture 4" descr="A screenshot of a computer&#10;&#10;AI-generated content may be incorrect.">
            <a:extLst>
              <a:ext uri="{FF2B5EF4-FFF2-40B4-BE49-F238E27FC236}">
                <a16:creationId xmlns:a16="http://schemas.microsoft.com/office/drawing/2014/main" id="{6F31B9AA-A1E2-278A-777E-F17638DCC4A5}"/>
              </a:ext>
            </a:extLst>
          </p:cNvPr>
          <p:cNvPicPr>
            <a:picLocks noChangeAspect="1"/>
          </p:cNvPicPr>
          <p:nvPr/>
        </p:nvPicPr>
        <p:blipFill>
          <a:blip r:embed="rId2"/>
          <a:srcRect t="6915"/>
          <a:stretch>
            <a:fillRect/>
          </a:stretch>
        </p:blipFill>
        <p:spPr>
          <a:xfrm>
            <a:off x="1558290" y="1394991"/>
            <a:ext cx="9669117" cy="4726527"/>
          </a:xfrm>
          <a:prstGeom prst="rect">
            <a:avLst/>
          </a:prstGeom>
        </p:spPr>
      </p:pic>
    </p:spTree>
    <p:extLst>
      <p:ext uri="{BB962C8B-B14F-4D97-AF65-F5344CB8AC3E}">
        <p14:creationId xmlns:p14="http://schemas.microsoft.com/office/powerpoint/2010/main" val="282570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2A7F3-3166-36E0-F2DC-B77FC3AF2E95}"/>
              </a:ext>
            </a:extLst>
          </p:cNvPr>
          <p:cNvSpPr>
            <a:spLocks noGrp="1"/>
          </p:cNvSpPr>
          <p:nvPr>
            <p:ph type="title"/>
          </p:nvPr>
        </p:nvSpPr>
        <p:spPr/>
        <p:txBody>
          <a:bodyPr/>
          <a:lstStyle/>
          <a:p>
            <a:r>
              <a:rPr lang="en-US" dirty="0"/>
              <a:t>Database Collections</a:t>
            </a:r>
            <a:endParaRPr lang="en-GB" dirty="0"/>
          </a:p>
        </p:txBody>
      </p:sp>
      <p:pic>
        <p:nvPicPr>
          <p:cNvPr id="7" name="Picture 6" descr="A screenshot of a computer program&#10;&#10;AI-generated content may be incorrect.">
            <a:extLst>
              <a:ext uri="{FF2B5EF4-FFF2-40B4-BE49-F238E27FC236}">
                <a16:creationId xmlns:a16="http://schemas.microsoft.com/office/drawing/2014/main" id="{BE28D671-4978-2629-8B53-1C2EDBA2CA06}"/>
              </a:ext>
            </a:extLst>
          </p:cNvPr>
          <p:cNvPicPr>
            <a:picLocks noChangeAspect="1"/>
          </p:cNvPicPr>
          <p:nvPr/>
        </p:nvPicPr>
        <p:blipFill>
          <a:blip r:embed="rId2"/>
          <a:srcRect t="4147"/>
          <a:stretch>
            <a:fillRect/>
          </a:stretch>
        </p:blipFill>
        <p:spPr>
          <a:xfrm>
            <a:off x="1864908" y="1590263"/>
            <a:ext cx="8196441" cy="4992066"/>
          </a:xfrm>
          <a:prstGeom prst="rect">
            <a:avLst/>
          </a:prstGeom>
        </p:spPr>
      </p:pic>
    </p:spTree>
    <p:extLst>
      <p:ext uri="{BB962C8B-B14F-4D97-AF65-F5344CB8AC3E}">
        <p14:creationId xmlns:p14="http://schemas.microsoft.com/office/powerpoint/2010/main" val="1381670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1A773-344E-D40D-4625-77287B3988C0}"/>
              </a:ext>
            </a:extLst>
          </p:cNvPr>
          <p:cNvSpPr>
            <a:spLocks noGrp="1"/>
          </p:cNvSpPr>
          <p:nvPr>
            <p:ph type="title"/>
          </p:nvPr>
        </p:nvSpPr>
        <p:spPr/>
        <p:txBody>
          <a:bodyPr/>
          <a:lstStyle/>
          <a:p>
            <a:r>
              <a:rPr lang="en-US" dirty="0"/>
              <a:t>Supported Sensors</a:t>
            </a:r>
            <a:endParaRPr lang="en-GB" dirty="0"/>
          </a:p>
        </p:txBody>
      </p:sp>
      <p:graphicFrame>
        <p:nvGraphicFramePr>
          <p:cNvPr id="5" name="Content Placeholder 2">
            <a:extLst>
              <a:ext uri="{FF2B5EF4-FFF2-40B4-BE49-F238E27FC236}">
                <a16:creationId xmlns:a16="http://schemas.microsoft.com/office/drawing/2014/main" id="{6E62946B-88C0-2562-CE85-36730586B4E6}"/>
              </a:ext>
            </a:extLst>
          </p:cNvPr>
          <p:cNvGraphicFramePr>
            <a:graphicFrameLocks noGrp="1"/>
          </p:cNvGraphicFramePr>
          <p:nvPr>
            <p:ph idx="1"/>
            <p:extLst>
              <p:ext uri="{D42A27DB-BD31-4B8C-83A1-F6EECF244321}">
                <p14:modId xmlns:p14="http://schemas.microsoft.com/office/powerpoint/2010/main" val="314585058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646642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9824E-D694-82C2-32D3-D4E8F4F872E5}"/>
              </a:ext>
            </a:extLst>
          </p:cNvPr>
          <p:cNvSpPr>
            <a:spLocks noGrp="1"/>
          </p:cNvSpPr>
          <p:nvPr>
            <p:ph type="title"/>
          </p:nvPr>
        </p:nvSpPr>
        <p:spPr/>
        <p:txBody>
          <a:bodyPr/>
          <a:lstStyle/>
          <a:p>
            <a:r>
              <a:rPr lang="en-US" dirty="0"/>
              <a:t>Supported Actuators</a:t>
            </a:r>
            <a:endParaRPr lang="en-GB" dirty="0"/>
          </a:p>
        </p:txBody>
      </p:sp>
      <p:graphicFrame>
        <p:nvGraphicFramePr>
          <p:cNvPr id="5" name="Content Placeholder 2">
            <a:extLst>
              <a:ext uri="{FF2B5EF4-FFF2-40B4-BE49-F238E27FC236}">
                <a16:creationId xmlns:a16="http://schemas.microsoft.com/office/drawing/2014/main" id="{B0D2132B-5C36-2F95-FC23-30593BAC54E8}"/>
              </a:ext>
            </a:extLst>
          </p:cNvPr>
          <p:cNvGraphicFramePr>
            <a:graphicFrameLocks noGrp="1"/>
          </p:cNvGraphicFramePr>
          <p:nvPr>
            <p:ph idx="1"/>
            <p:extLst>
              <p:ext uri="{D42A27DB-BD31-4B8C-83A1-F6EECF244321}">
                <p14:modId xmlns:p14="http://schemas.microsoft.com/office/powerpoint/2010/main" val="162358505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09597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0B6EA-60A0-005D-4796-978790965CD6}"/>
              </a:ext>
            </a:extLst>
          </p:cNvPr>
          <p:cNvSpPr>
            <a:spLocks noGrp="1"/>
          </p:cNvSpPr>
          <p:nvPr>
            <p:ph type="title"/>
          </p:nvPr>
        </p:nvSpPr>
        <p:spPr/>
        <p:txBody>
          <a:bodyPr/>
          <a:lstStyle/>
          <a:p>
            <a:r>
              <a:rPr lang="en-US" dirty="0"/>
              <a:t>Security – Auth Flow</a:t>
            </a:r>
            <a:endParaRPr lang="en-GB" dirty="0"/>
          </a:p>
        </p:txBody>
      </p:sp>
      <p:pic>
        <p:nvPicPr>
          <p:cNvPr id="5" name="Picture 4" descr="A screenshot of a computer&#10;&#10;AI-generated content may be incorrect.">
            <a:extLst>
              <a:ext uri="{FF2B5EF4-FFF2-40B4-BE49-F238E27FC236}">
                <a16:creationId xmlns:a16="http://schemas.microsoft.com/office/drawing/2014/main" id="{CEE7F0C3-102B-F693-A8BF-1C2AB196BD4A}"/>
              </a:ext>
            </a:extLst>
          </p:cNvPr>
          <p:cNvPicPr>
            <a:picLocks noChangeAspect="1"/>
          </p:cNvPicPr>
          <p:nvPr/>
        </p:nvPicPr>
        <p:blipFill>
          <a:blip r:embed="rId2"/>
          <a:stretch>
            <a:fillRect/>
          </a:stretch>
        </p:blipFill>
        <p:spPr>
          <a:xfrm>
            <a:off x="1357680" y="2008771"/>
            <a:ext cx="9224182" cy="4484104"/>
          </a:xfrm>
          <a:prstGeom prst="rect">
            <a:avLst/>
          </a:prstGeom>
        </p:spPr>
      </p:pic>
    </p:spTree>
    <p:extLst>
      <p:ext uri="{BB962C8B-B14F-4D97-AF65-F5344CB8AC3E}">
        <p14:creationId xmlns:p14="http://schemas.microsoft.com/office/powerpoint/2010/main" val="28697722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97954-65F4-3FB3-5266-D288889E58B7}"/>
              </a:ext>
            </a:extLst>
          </p:cNvPr>
          <p:cNvSpPr>
            <a:spLocks noGrp="1"/>
          </p:cNvSpPr>
          <p:nvPr>
            <p:ph type="title"/>
          </p:nvPr>
        </p:nvSpPr>
        <p:spPr/>
        <p:txBody>
          <a:bodyPr/>
          <a:lstStyle/>
          <a:p>
            <a:r>
              <a:rPr lang="en-US" dirty="0"/>
              <a:t>Security – Data Encryption/Decryption</a:t>
            </a:r>
            <a:endParaRPr lang="en-GB" dirty="0"/>
          </a:p>
        </p:txBody>
      </p:sp>
      <p:pic>
        <p:nvPicPr>
          <p:cNvPr id="5" name="Picture 4" descr="A white square with black lines and a logo&#10;&#10;AI-generated content may be incorrect.">
            <a:extLst>
              <a:ext uri="{FF2B5EF4-FFF2-40B4-BE49-F238E27FC236}">
                <a16:creationId xmlns:a16="http://schemas.microsoft.com/office/drawing/2014/main" id="{306ACDC8-FB41-3D4C-3C67-3F3BCF8FA959}"/>
              </a:ext>
            </a:extLst>
          </p:cNvPr>
          <p:cNvPicPr>
            <a:picLocks noChangeAspect="1"/>
          </p:cNvPicPr>
          <p:nvPr/>
        </p:nvPicPr>
        <p:blipFill>
          <a:blip r:embed="rId2"/>
          <a:stretch>
            <a:fillRect/>
          </a:stretch>
        </p:blipFill>
        <p:spPr>
          <a:xfrm>
            <a:off x="1058517" y="1986153"/>
            <a:ext cx="10074965" cy="2885693"/>
          </a:xfrm>
          <a:prstGeom prst="rect">
            <a:avLst/>
          </a:prstGeom>
        </p:spPr>
      </p:pic>
    </p:spTree>
    <p:extLst>
      <p:ext uri="{BB962C8B-B14F-4D97-AF65-F5344CB8AC3E}">
        <p14:creationId xmlns:p14="http://schemas.microsoft.com/office/powerpoint/2010/main" val="4248671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87EAA-2E65-11D8-7E4C-CBB88F45A5DF}"/>
              </a:ext>
            </a:extLst>
          </p:cNvPr>
          <p:cNvSpPr>
            <a:spLocks noGrp="1"/>
          </p:cNvSpPr>
          <p:nvPr>
            <p:ph type="title"/>
          </p:nvPr>
        </p:nvSpPr>
        <p:spPr/>
        <p:txBody>
          <a:bodyPr/>
          <a:lstStyle/>
          <a:p>
            <a:r>
              <a:rPr lang="en-US" dirty="0"/>
              <a:t>AI Model – Execution Flow</a:t>
            </a:r>
            <a:endParaRPr lang="en-GB" dirty="0"/>
          </a:p>
        </p:txBody>
      </p:sp>
      <p:pic>
        <p:nvPicPr>
          <p:cNvPr id="7" name="Picture 6" descr="A screenshot of a computer&#10;&#10;AI-generated content may be incorrect.">
            <a:extLst>
              <a:ext uri="{FF2B5EF4-FFF2-40B4-BE49-F238E27FC236}">
                <a16:creationId xmlns:a16="http://schemas.microsoft.com/office/drawing/2014/main" id="{FE7F4D1A-5C9B-FF66-77AA-F7551BD8EEC1}"/>
              </a:ext>
            </a:extLst>
          </p:cNvPr>
          <p:cNvPicPr>
            <a:picLocks noChangeAspect="1"/>
          </p:cNvPicPr>
          <p:nvPr/>
        </p:nvPicPr>
        <p:blipFill>
          <a:blip r:embed="rId2"/>
          <a:srcRect t="5953"/>
          <a:stretch>
            <a:fillRect/>
          </a:stretch>
        </p:blipFill>
        <p:spPr>
          <a:xfrm>
            <a:off x="437624" y="1690688"/>
            <a:ext cx="11316751" cy="4396868"/>
          </a:xfrm>
          <a:prstGeom prst="rect">
            <a:avLst/>
          </a:prstGeom>
        </p:spPr>
      </p:pic>
    </p:spTree>
    <p:extLst>
      <p:ext uri="{BB962C8B-B14F-4D97-AF65-F5344CB8AC3E}">
        <p14:creationId xmlns:p14="http://schemas.microsoft.com/office/powerpoint/2010/main" val="38943758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4D62F-D68C-591F-E0ED-B3F3D1F21EB8}"/>
              </a:ext>
            </a:extLst>
          </p:cNvPr>
          <p:cNvSpPr>
            <a:spLocks noGrp="1"/>
          </p:cNvSpPr>
          <p:nvPr>
            <p:ph type="title"/>
          </p:nvPr>
        </p:nvSpPr>
        <p:spPr/>
        <p:txBody>
          <a:bodyPr/>
          <a:lstStyle/>
          <a:p>
            <a:r>
              <a:rPr lang="en-US" dirty="0"/>
              <a:t>AI Model – Training Flow</a:t>
            </a:r>
            <a:endParaRPr lang="en-GB" dirty="0"/>
          </a:p>
        </p:txBody>
      </p:sp>
      <p:pic>
        <p:nvPicPr>
          <p:cNvPr id="5" name="Picture 4" descr="A screenshot of a computer&#10;&#10;AI-generated content may be incorrect.">
            <a:extLst>
              <a:ext uri="{FF2B5EF4-FFF2-40B4-BE49-F238E27FC236}">
                <a16:creationId xmlns:a16="http://schemas.microsoft.com/office/drawing/2014/main" id="{963A1E35-2E39-8AD6-D856-15103F81643E}"/>
              </a:ext>
            </a:extLst>
          </p:cNvPr>
          <p:cNvPicPr>
            <a:picLocks noChangeAspect="1"/>
          </p:cNvPicPr>
          <p:nvPr/>
        </p:nvPicPr>
        <p:blipFill>
          <a:blip r:embed="rId2"/>
          <a:srcRect t="11057"/>
          <a:stretch>
            <a:fillRect/>
          </a:stretch>
        </p:blipFill>
        <p:spPr>
          <a:xfrm>
            <a:off x="838200" y="1601235"/>
            <a:ext cx="10515600" cy="4678025"/>
          </a:xfrm>
          <a:prstGeom prst="rect">
            <a:avLst/>
          </a:prstGeom>
        </p:spPr>
      </p:pic>
    </p:spTree>
    <p:extLst>
      <p:ext uri="{BB962C8B-B14F-4D97-AF65-F5344CB8AC3E}">
        <p14:creationId xmlns:p14="http://schemas.microsoft.com/office/powerpoint/2010/main" val="2172791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3" name="Freeform: Shape 12">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6" name="Freeform: Shape 15">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Shape 21">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4" name="TextBox 3">
            <a:extLst>
              <a:ext uri="{FF2B5EF4-FFF2-40B4-BE49-F238E27FC236}">
                <a16:creationId xmlns:a16="http://schemas.microsoft.com/office/drawing/2014/main" id="{DDBFA25F-AFB4-63B8-82F0-B6022F5CAA62}"/>
              </a:ext>
            </a:extLst>
          </p:cNvPr>
          <p:cNvSpPr txBox="1"/>
          <p:nvPr/>
        </p:nvSpPr>
        <p:spPr>
          <a:xfrm>
            <a:off x="3502731" y="1542402"/>
            <a:ext cx="5186842" cy="2387918"/>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5200" kern="1200">
                <a:solidFill>
                  <a:schemeClr val="tx2"/>
                </a:solidFill>
                <a:latin typeface="+mj-lt"/>
                <a:ea typeface="+mj-ea"/>
                <a:cs typeface="+mj-cs"/>
              </a:rPr>
              <a:t>Demo</a:t>
            </a:r>
          </a:p>
        </p:txBody>
      </p:sp>
      <p:grpSp>
        <p:nvGrpSpPr>
          <p:cNvPr id="24" name="Group 23">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5" name="Freeform: Shape 24">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8" name="Freeform: Shape 27">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0" name="Group 29">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1" name="Freeform: Shape 30">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4" name="Freeform: Shape 33">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1698819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ba5c36-b7cf-4793-bbc2-bd5b3a9f95ca}"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662</TotalTime>
  <Words>1040</Words>
  <Application>Microsoft Office PowerPoint</Application>
  <PresentationFormat>Widescreen</PresentationFormat>
  <Paragraphs>88</Paragraphs>
  <Slides>16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Aptos Display</vt:lpstr>
      <vt:lpstr>Arial</vt:lpstr>
      <vt:lpstr>Office Theme</vt:lpstr>
      <vt:lpstr>IoT Smart Home System with AI Decision Making</vt:lpstr>
      <vt:lpstr>Smart Home Statistics Global Market</vt:lpstr>
      <vt:lpstr>Smart Home Statistics Global Market</vt:lpstr>
      <vt:lpstr>Smart Home Statistics Middle East</vt:lpstr>
      <vt:lpstr>Smart Home Statistics Middle East – Growth Drivers</vt:lpstr>
      <vt:lpstr>Smart Home Statistics Middle East – Main Challenges</vt:lpstr>
      <vt:lpstr>Main System Features</vt:lpstr>
      <vt:lpstr>System Architecture</vt:lpstr>
      <vt:lpstr>Database Collections</vt:lpstr>
      <vt:lpstr>Supported Sensors</vt:lpstr>
      <vt:lpstr>Supported Actuators</vt:lpstr>
      <vt:lpstr>Security – Auth Flow</vt:lpstr>
      <vt:lpstr>Security – Data Encryption/Decryption</vt:lpstr>
      <vt:lpstr>AI Model – Execution Flow</vt:lpstr>
      <vt:lpstr>AI Model – Training Flow</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Mousa Ziadeh (MatchPoint IT LTD)</dc:creator>
  <cp:lastModifiedBy>Mousa Ziadeh (MatchPoint IT LTD)</cp:lastModifiedBy>
  <cp:revision>1</cp:revision>
  <dcterms:created xsi:type="dcterms:W3CDTF">2025-12-19T01:02:13Z</dcterms:created>
  <dcterms:modified xsi:type="dcterms:W3CDTF">2025-12-19T15:36:12Z</dcterms:modified>
</cp:coreProperties>
</file>